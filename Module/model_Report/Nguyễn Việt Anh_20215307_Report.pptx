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3.xml" ContentType="application/vnd.openxmlformats-officedocument.theme+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4.xml" ContentType="application/vnd.openxmlformats-officedocument.theme+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1" r:id="rId4"/>
    <p:sldMasterId id="2147483674" r:id="rId5"/>
    <p:sldMasterId id="2147483687" r:id="rId6"/>
    <p:sldMasterId id="2147483700" r:id="rId7"/>
    <p:sldMasterId id="2147483739" r:id="rId8"/>
  </p:sldMasterIdLst>
  <p:notesMasterIdLst>
    <p:notesMasterId r:id="rId26"/>
  </p:notesMasterIdLst>
  <p:sldIdLst>
    <p:sldId id="257" r:id="rId9"/>
    <p:sldId id="281" r:id="rId10"/>
    <p:sldId id="258" r:id="rId11"/>
    <p:sldId id="261" r:id="rId12"/>
    <p:sldId id="270" r:id="rId13"/>
    <p:sldId id="277" r:id="rId14"/>
    <p:sldId id="269" r:id="rId15"/>
    <p:sldId id="275" r:id="rId16"/>
    <p:sldId id="271" r:id="rId17"/>
    <p:sldId id="266" r:id="rId18"/>
    <p:sldId id="273" r:id="rId19"/>
    <p:sldId id="274" r:id="rId20"/>
    <p:sldId id="280" r:id="rId21"/>
    <p:sldId id="279" r:id="rId22"/>
    <p:sldId id="260" r:id="rId23"/>
    <p:sldId id="282" r:id="rId24"/>
    <p:sldId id="264" r:id="rId25"/>
  </p:sldIdLst>
  <p:sldSz cx="12192000" cy="6858000"/>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D162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6A81F7F-F512-4D65-AA48-EACD310AC67A}" v="422" dt="2024-12-19T02:48:11.91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3" d="100"/>
          <a:sy n="93" d="100"/>
        </p:scale>
        <p:origin x="274"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5.xml"/><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3.xml"/><Relationship Id="rId7" Type="http://schemas.openxmlformats.org/officeDocument/2006/relationships/slideMaster" Target="slideMasters/slideMaster4.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2" Type="http://schemas.openxmlformats.org/officeDocument/2006/relationships/customXml" Target="../customXml/item2.xml"/><Relationship Id="rId16" Type="http://schemas.openxmlformats.org/officeDocument/2006/relationships/slide" Target="slides/slide8.xml"/><Relationship Id="rId20" Type="http://schemas.openxmlformats.org/officeDocument/2006/relationships/slide" Target="slides/slide12.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3.xml"/><Relationship Id="rId24" Type="http://schemas.openxmlformats.org/officeDocument/2006/relationships/slide" Target="slides/slide16.xml"/><Relationship Id="rId5" Type="http://schemas.openxmlformats.org/officeDocument/2006/relationships/slideMaster" Target="slideMasters/slideMaster2.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viewProps" Target="viewProps.xml"/><Relationship Id="rId10" Type="http://schemas.openxmlformats.org/officeDocument/2006/relationships/slide" Target="slides/slide2.xml"/><Relationship Id="rId19" Type="http://schemas.openxmlformats.org/officeDocument/2006/relationships/slide" Target="slides/slide11.xml"/><Relationship Id="rId31"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EA99ECF5-02C3-40F3-B3AF-1D4F9012DC9B}" type="datetimeFigureOut">
              <a:rPr lang="en-US" smtClean="0"/>
              <a:t>12/28/2024</a:t>
            </a:fld>
            <a:endParaRPr lang="en-US"/>
          </a:p>
        </p:txBody>
      </p:sp>
      <p:sp>
        <p:nvSpPr>
          <p:cNvPr id="4" name="Slide Image Placeholder 3"/>
          <p:cNvSpPr>
            <a:spLocks noGrp="1" noRot="1" noChangeAspect="1"/>
          </p:cNvSpPr>
          <p:nvPr>
            <p:ph type="sldImg" idx="2"/>
          </p:nvPr>
        </p:nvSpPr>
        <p:spPr>
          <a:xfrm>
            <a:off x="573088" y="1336675"/>
            <a:ext cx="6413500" cy="36083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CB2DC91E-0D0F-410E-B3CE-A58774FF4124}" type="slidenum">
              <a:rPr lang="en-US" smtClean="0"/>
              <a:t>‹#›</a:t>
            </a:fld>
            <a:endParaRPr lang="en-US"/>
          </a:p>
        </p:txBody>
      </p:sp>
    </p:spTree>
    <p:extLst>
      <p:ext uri="{BB962C8B-B14F-4D97-AF65-F5344CB8AC3E}">
        <p14:creationId xmlns:p14="http://schemas.microsoft.com/office/powerpoint/2010/main" val="30609403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5"/>
        <p:cNvGrpSpPr/>
        <p:nvPr/>
      </p:nvGrpSpPr>
      <p:grpSpPr>
        <a:xfrm>
          <a:off x="0" y="0"/>
          <a:ext cx="0" cy="0"/>
          <a:chOff x="0" y="0"/>
          <a:chExt cx="0" cy="0"/>
        </a:xfrm>
      </p:grpSpPr>
      <p:sp>
        <p:nvSpPr>
          <p:cNvPr id="446" name="Google Shape;446;gd1bf8d60a4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7" name="Google Shape;447;gd1bf8d60a4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0"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41" name="PlaceHolder 2"/>
          <p:cNvSpPr>
            <a:spLocks noGrp="1"/>
          </p:cNvSpPr>
          <p:nvPr>
            <p:ph type="subTitle"/>
          </p:nvPr>
        </p:nvSpPr>
        <p:spPr>
          <a:xfrm>
            <a:off x="609480" y="1604520"/>
            <a:ext cx="10972440" cy="397728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2"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43" name="PlaceHolder 2"/>
          <p:cNvSpPr>
            <a:spLocks noGrp="1"/>
          </p:cNvSpPr>
          <p:nvPr>
            <p:ph type="body"/>
          </p:nvPr>
        </p:nvSpPr>
        <p:spPr>
          <a:xfrm>
            <a:off x="609480" y="1604520"/>
            <a:ext cx="10972440" cy="397728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44"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45"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46"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47"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48" name="PlaceHolder 1"/>
          <p:cNvSpPr>
            <a:spLocks noGrp="1"/>
          </p:cNvSpPr>
          <p:nvPr>
            <p:ph type="subTitle"/>
          </p:nvPr>
        </p:nvSpPr>
        <p:spPr>
          <a:xfrm>
            <a:off x="609480" y="273600"/>
            <a:ext cx="10972440" cy="530784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50"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51"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52"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53"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54"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55"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56" name="PlaceHolder 4"/>
          <p:cNvSpPr>
            <a:spLocks noGrp="1"/>
          </p:cNvSpPr>
          <p:nvPr>
            <p:ph type="body"/>
          </p:nvPr>
        </p:nvSpPr>
        <p:spPr>
          <a:xfrm>
            <a:off x="623196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57"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58"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59"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60" name="PlaceHolder 4"/>
          <p:cNvSpPr>
            <a:spLocks noGrp="1"/>
          </p:cNvSpPr>
          <p:nvPr>
            <p:ph type="body"/>
          </p:nvPr>
        </p:nvSpPr>
        <p:spPr>
          <a:xfrm>
            <a:off x="609480" y="368208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1"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62" name="PlaceHolder 2"/>
          <p:cNvSpPr>
            <a:spLocks noGrp="1"/>
          </p:cNvSpPr>
          <p:nvPr>
            <p:ph type="body"/>
          </p:nvPr>
        </p:nvSpPr>
        <p:spPr>
          <a:xfrm>
            <a:off x="609480" y="160452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63" name="PlaceHolder 3"/>
          <p:cNvSpPr>
            <a:spLocks noGrp="1"/>
          </p:cNvSpPr>
          <p:nvPr>
            <p:ph type="body"/>
          </p:nvPr>
        </p:nvSpPr>
        <p:spPr>
          <a:xfrm>
            <a:off x="609480" y="368208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64"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65"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66"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67"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68" name="PlaceHolder 5"/>
          <p:cNvSpPr>
            <a:spLocks noGrp="1"/>
          </p:cNvSpPr>
          <p:nvPr>
            <p:ph type="body"/>
          </p:nvPr>
        </p:nvSpPr>
        <p:spPr>
          <a:xfrm>
            <a:off x="623196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69"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70" name="PlaceHolder 2"/>
          <p:cNvSpPr>
            <a:spLocks noGrp="1"/>
          </p:cNvSpPr>
          <p:nvPr>
            <p:ph type="body"/>
          </p:nvPr>
        </p:nvSpPr>
        <p:spPr>
          <a:xfrm>
            <a:off x="60948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71" name="PlaceHolder 3"/>
          <p:cNvSpPr>
            <a:spLocks noGrp="1"/>
          </p:cNvSpPr>
          <p:nvPr>
            <p:ph type="body"/>
          </p:nvPr>
        </p:nvSpPr>
        <p:spPr>
          <a:xfrm>
            <a:off x="431964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72" name="PlaceHolder 4"/>
          <p:cNvSpPr>
            <a:spLocks noGrp="1"/>
          </p:cNvSpPr>
          <p:nvPr>
            <p:ph type="body"/>
          </p:nvPr>
        </p:nvSpPr>
        <p:spPr>
          <a:xfrm>
            <a:off x="802980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73" name="PlaceHolder 5"/>
          <p:cNvSpPr>
            <a:spLocks noGrp="1"/>
          </p:cNvSpPr>
          <p:nvPr>
            <p:ph type="body"/>
          </p:nvPr>
        </p:nvSpPr>
        <p:spPr>
          <a:xfrm>
            <a:off x="60948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74" name="PlaceHolder 6"/>
          <p:cNvSpPr>
            <a:spLocks noGrp="1"/>
          </p:cNvSpPr>
          <p:nvPr>
            <p:ph type="body"/>
          </p:nvPr>
        </p:nvSpPr>
        <p:spPr>
          <a:xfrm>
            <a:off x="431964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75" name="PlaceHolder 7"/>
          <p:cNvSpPr>
            <a:spLocks noGrp="1"/>
          </p:cNvSpPr>
          <p:nvPr>
            <p:ph type="body"/>
          </p:nvPr>
        </p:nvSpPr>
        <p:spPr>
          <a:xfrm>
            <a:off x="802980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able of contents">
  <p:cSld name="Table of contents">
    <p:spTree>
      <p:nvGrpSpPr>
        <p:cNvPr id="1" name="Shape 111"/>
        <p:cNvGrpSpPr/>
        <p:nvPr/>
      </p:nvGrpSpPr>
      <p:grpSpPr>
        <a:xfrm>
          <a:off x="0" y="0"/>
          <a:ext cx="0" cy="0"/>
          <a:chOff x="0" y="0"/>
          <a:chExt cx="0" cy="0"/>
        </a:xfrm>
      </p:grpSpPr>
      <p:sp>
        <p:nvSpPr>
          <p:cNvPr id="112" name="Google Shape;112;p13"/>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113" name="Google Shape;113;p13"/>
          <p:cNvSpPr txBox="1">
            <a:spLocks noGrp="1"/>
          </p:cNvSpPr>
          <p:nvPr>
            <p:ph type="subTitle" idx="1"/>
          </p:nvPr>
        </p:nvSpPr>
        <p:spPr>
          <a:xfrm>
            <a:off x="3889635" y="2214800"/>
            <a:ext cx="5654000" cy="4848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868"/>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114" name="Google Shape;114;p13"/>
          <p:cNvSpPr txBox="1">
            <a:spLocks noGrp="1"/>
          </p:cNvSpPr>
          <p:nvPr>
            <p:ph type="subTitle" idx="2"/>
          </p:nvPr>
        </p:nvSpPr>
        <p:spPr>
          <a:xfrm>
            <a:off x="3889635" y="3305933"/>
            <a:ext cx="5654000" cy="4848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868"/>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115" name="Google Shape;115;p13"/>
          <p:cNvSpPr txBox="1">
            <a:spLocks noGrp="1"/>
          </p:cNvSpPr>
          <p:nvPr>
            <p:ph type="subTitle" idx="3"/>
          </p:nvPr>
        </p:nvSpPr>
        <p:spPr>
          <a:xfrm>
            <a:off x="3889635" y="4397033"/>
            <a:ext cx="5654000" cy="4848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868"/>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116" name="Google Shape;116;p13"/>
          <p:cNvSpPr txBox="1">
            <a:spLocks noGrp="1"/>
          </p:cNvSpPr>
          <p:nvPr>
            <p:ph type="subTitle" idx="4"/>
          </p:nvPr>
        </p:nvSpPr>
        <p:spPr>
          <a:xfrm>
            <a:off x="3889635" y="5488133"/>
            <a:ext cx="5654000" cy="4848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868"/>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117" name="Google Shape;117;p13"/>
          <p:cNvSpPr txBox="1">
            <a:spLocks noGrp="1"/>
          </p:cNvSpPr>
          <p:nvPr>
            <p:ph type="title" idx="5" hasCustomPrompt="1"/>
          </p:nvPr>
        </p:nvSpPr>
        <p:spPr>
          <a:xfrm>
            <a:off x="2648365" y="1868467"/>
            <a:ext cx="787200" cy="484800"/>
          </a:xfrm>
          <a:prstGeom prst="rect">
            <a:avLst/>
          </a:prstGeom>
          <a:solidFill>
            <a:schemeClr val="lt2"/>
          </a:solidFill>
        </p:spPr>
        <p:txBody>
          <a:bodyPr spcFirstLastPara="1" wrap="square" lIns="91425" tIns="91425" rIns="91425" bIns="91425" anchor="ctr" anchorCtr="0">
            <a:noAutofit/>
          </a:bodyPr>
          <a:lstStyle>
            <a:lvl1pPr lvl="0" algn="ctr" rtl="0">
              <a:spcBef>
                <a:spcPts val="0"/>
              </a:spcBef>
              <a:spcAft>
                <a:spcPts val="0"/>
              </a:spcAft>
              <a:buSzPts val="3000"/>
              <a:buNone/>
              <a:defRPr sz="2667">
                <a:solidFill>
                  <a:schemeClr val="accent2"/>
                </a:solidFill>
              </a:defRPr>
            </a:lvl1pPr>
            <a:lvl2pPr lvl="1" rtl="0">
              <a:spcBef>
                <a:spcPts val="0"/>
              </a:spcBef>
              <a:spcAft>
                <a:spcPts val="0"/>
              </a:spcAft>
              <a:buSzPts val="3000"/>
              <a:buNone/>
              <a:defRPr sz="4001"/>
            </a:lvl2pPr>
            <a:lvl3pPr lvl="2" rtl="0">
              <a:spcBef>
                <a:spcPts val="0"/>
              </a:spcBef>
              <a:spcAft>
                <a:spcPts val="0"/>
              </a:spcAft>
              <a:buSzPts val="3000"/>
              <a:buNone/>
              <a:defRPr sz="4001"/>
            </a:lvl3pPr>
            <a:lvl4pPr lvl="3" rtl="0">
              <a:spcBef>
                <a:spcPts val="0"/>
              </a:spcBef>
              <a:spcAft>
                <a:spcPts val="0"/>
              </a:spcAft>
              <a:buSzPts val="3000"/>
              <a:buNone/>
              <a:defRPr sz="4001"/>
            </a:lvl4pPr>
            <a:lvl5pPr lvl="4" rtl="0">
              <a:spcBef>
                <a:spcPts val="0"/>
              </a:spcBef>
              <a:spcAft>
                <a:spcPts val="0"/>
              </a:spcAft>
              <a:buSzPts val="3000"/>
              <a:buNone/>
              <a:defRPr sz="4001"/>
            </a:lvl5pPr>
            <a:lvl6pPr lvl="5" rtl="0">
              <a:spcBef>
                <a:spcPts val="0"/>
              </a:spcBef>
              <a:spcAft>
                <a:spcPts val="0"/>
              </a:spcAft>
              <a:buSzPts val="3000"/>
              <a:buNone/>
              <a:defRPr sz="4001"/>
            </a:lvl6pPr>
            <a:lvl7pPr lvl="6" rtl="0">
              <a:spcBef>
                <a:spcPts val="0"/>
              </a:spcBef>
              <a:spcAft>
                <a:spcPts val="0"/>
              </a:spcAft>
              <a:buSzPts val="3000"/>
              <a:buNone/>
              <a:defRPr sz="4001"/>
            </a:lvl7pPr>
            <a:lvl8pPr lvl="7" rtl="0">
              <a:spcBef>
                <a:spcPts val="0"/>
              </a:spcBef>
              <a:spcAft>
                <a:spcPts val="0"/>
              </a:spcAft>
              <a:buSzPts val="3000"/>
              <a:buNone/>
              <a:defRPr sz="4001"/>
            </a:lvl8pPr>
            <a:lvl9pPr lvl="8" rtl="0">
              <a:spcBef>
                <a:spcPts val="0"/>
              </a:spcBef>
              <a:spcAft>
                <a:spcPts val="0"/>
              </a:spcAft>
              <a:buSzPts val="3000"/>
              <a:buNone/>
              <a:defRPr sz="4001"/>
            </a:lvl9pPr>
          </a:lstStyle>
          <a:p>
            <a:r>
              <a:t>xx%</a:t>
            </a:r>
          </a:p>
        </p:txBody>
      </p:sp>
      <p:sp>
        <p:nvSpPr>
          <p:cNvPr id="118" name="Google Shape;118;p13"/>
          <p:cNvSpPr txBox="1">
            <a:spLocks noGrp="1"/>
          </p:cNvSpPr>
          <p:nvPr>
            <p:ph type="title" idx="6" hasCustomPrompt="1"/>
          </p:nvPr>
        </p:nvSpPr>
        <p:spPr>
          <a:xfrm>
            <a:off x="2648365" y="4050644"/>
            <a:ext cx="787200" cy="484800"/>
          </a:xfrm>
          <a:prstGeom prst="rect">
            <a:avLst/>
          </a:prstGeom>
          <a:solidFill>
            <a:schemeClr val="lt2"/>
          </a:solidFill>
        </p:spPr>
        <p:txBody>
          <a:bodyPr spcFirstLastPara="1" wrap="square" lIns="91425" tIns="91425" rIns="91425" bIns="91425" anchor="ctr" anchorCtr="0">
            <a:noAutofit/>
          </a:bodyPr>
          <a:lstStyle>
            <a:lvl1pPr lvl="0" algn="ctr" rtl="0">
              <a:spcBef>
                <a:spcPts val="0"/>
              </a:spcBef>
              <a:spcAft>
                <a:spcPts val="0"/>
              </a:spcAft>
              <a:buSzPts val="3000"/>
              <a:buNone/>
              <a:defRPr sz="2667">
                <a:solidFill>
                  <a:schemeClr val="accent2"/>
                </a:solidFill>
              </a:defRPr>
            </a:lvl1pPr>
            <a:lvl2pPr lvl="1" rtl="0">
              <a:spcBef>
                <a:spcPts val="0"/>
              </a:spcBef>
              <a:spcAft>
                <a:spcPts val="0"/>
              </a:spcAft>
              <a:buSzPts val="3000"/>
              <a:buNone/>
              <a:defRPr sz="4001"/>
            </a:lvl2pPr>
            <a:lvl3pPr lvl="2" rtl="0">
              <a:spcBef>
                <a:spcPts val="0"/>
              </a:spcBef>
              <a:spcAft>
                <a:spcPts val="0"/>
              </a:spcAft>
              <a:buSzPts val="3000"/>
              <a:buNone/>
              <a:defRPr sz="4001"/>
            </a:lvl3pPr>
            <a:lvl4pPr lvl="3" rtl="0">
              <a:spcBef>
                <a:spcPts val="0"/>
              </a:spcBef>
              <a:spcAft>
                <a:spcPts val="0"/>
              </a:spcAft>
              <a:buSzPts val="3000"/>
              <a:buNone/>
              <a:defRPr sz="4001"/>
            </a:lvl4pPr>
            <a:lvl5pPr lvl="4" rtl="0">
              <a:spcBef>
                <a:spcPts val="0"/>
              </a:spcBef>
              <a:spcAft>
                <a:spcPts val="0"/>
              </a:spcAft>
              <a:buSzPts val="3000"/>
              <a:buNone/>
              <a:defRPr sz="4001"/>
            </a:lvl5pPr>
            <a:lvl6pPr lvl="5" rtl="0">
              <a:spcBef>
                <a:spcPts val="0"/>
              </a:spcBef>
              <a:spcAft>
                <a:spcPts val="0"/>
              </a:spcAft>
              <a:buSzPts val="3000"/>
              <a:buNone/>
              <a:defRPr sz="4001"/>
            </a:lvl6pPr>
            <a:lvl7pPr lvl="6" rtl="0">
              <a:spcBef>
                <a:spcPts val="0"/>
              </a:spcBef>
              <a:spcAft>
                <a:spcPts val="0"/>
              </a:spcAft>
              <a:buSzPts val="3000"/>
              <a:buNone/>
              <a:defRPr sz="4001"/>
            </a:lvl7pPr>
            <a:lvl8pPr lvl="7" rtl="0">
              <a:spcBef>
                <a:spcPts val="0"/>
              </a:spcBef>
              <a:spcAft>
                <a:spcPts val="0"/>
              </a:spcAft>
              <a:buSzPts val="3000"/>
              <a:buNone/>
              <a:defRPr sz="4001"/>
            </a:lvl8pPr>
            <a:lvl9pPr lvl="8" rtl="0">
              <a:spcBef>
                <a:spcPts val="0"/>
              </a:spcBef>
              <a:spcAft>
                <a:spcPts val="0"/>
              </a:spcAft>
              <a:buSzPts val="3000"/>
              <a:buNone/>
              <a:defRPr sz="4001"/>
            </a:lvl9pPr>
          </a:lstStyle>
          <a:p>
            <a:r>
              <a:t>xx%</a:t>
            </a:r>
          </a:p>
        </p:txBody>
      </p:sp>
      <p:sp>
        <p:nvSpPr>
          <p:cNvPr id="119" name="Google Shape;119;p13"/>
          <p:cNvSpPr txBox="1">
            <a:spLocks noGrp="1"/>
          </p:cNvSpPr>
          <p:nvPr>
            <p:ph type="title" idx="7" hasCustomPrompt="1"/>
          </p:nvPr>
        </p:nvSpPr>
        <p:spPr>
          <a:xfrm>
            <a:off x="2648365" y="2959556"/>
            <a:ext cx="787200" cy="484800"/>
          </a:xfrm>
          <a:prstGeom prst="rect">
            <a:avLst/>
          </a:prstGeom>
          <a:solidFill>
            <a:schemeClr val="lt2"/>
          </a:solidFill>
        </p:spPr>
        <p:txBody>
          <a:bodyPr spcFirstLastPara="1" wrap="square" lIns="91425" tIns="91425" rIns="91425" bIns="91425" anchor="ctr" anchorCtr="0">
            <a:noAutofit/>
          </a:bodyPr>
          <a:lstStyle>
            <a:lvl1pPr lvl="0" algn="ctr" rtl="0">
              <a:spcBef>
                <a:spcPts val="0"/>
              </a:spcBef>
              <a:spcAft>
                <a:spcPts val="0"/>
              </a:spcAft>
              <a:buSzPts val="3000"/>
              <a:buNone/>
              <a:defRPr sz="2667">
                <a:solidFill>
                  <a:schemeClr val="accent2"/>
                </a:solidFill>
              </a:defRPr>
            </a:lvl1pPr>
            <a:lvl2pPr lvl="1" rtl="0">
              <a:spcBef>
                <a:spcPts val="0"/>
              </a:spcBef>
              <a:spcAft>
                <a:spcPts val="0"/>
              </a:spcAft>
              <a:buSzPts val="3000"/>
              <a:buNone/>
              <a:defRPr sz="4001"/>
            </a:lvl2pPr>
            <a:lvl3pPr lvl="2" rtl="0">
              <a:spcBef>
                <a:spcPts val="0"/>
              </a:spcBef>
              <a:spcAft>
                <a:spcPts val="0"/>
              </a:spcAft>
              <a:buSzPts val="3000"/>
              <a:buNone/>
              <a:defRPr sz="4001"/>
            </a:lvl3pPr>
            <a:lvl4pPr lvl="3" rtl="0">
              <a:spcBef>
                <a:spcPts val="0"/>
              </a:spcBef>
              <a:spcAft>
                <a:spcPts val="0"/>
              </a:spcAft>
              <a:buSzPts val="3000"/>
              <a:buNone/>
              <a:defRPr sz="4001"/>
            </a:lvl4pPr>
            <a:lvl5pPr lvl="4" rtl="0">
              <a:spcBef>
                <a:spcPts val="0"/>
              </a:spcBef>
              <a:spcAft>
                <a:spcPts val="0"/>
              </a:spcAft>
              <a:buSzPts val="3000"/>
              <a:buNone/>
              <a:defRPr sz="4001"/>
            </a:lvl5pPr>
            <a:lvl6pPr lvl="5" rtl="0">
              <a:spcBef>
                <a:spcPts val="0"/>
              </a:spcBef>
              <a:spcAft>
                <a:spcPts val="0"/>
              </a:spcAft>
              <a:buSzPts val="3000"/>
              <a:buNone/>
              <a:defRPr sz="4001"/>
            </a:lvl6pPr>
            <a:lvl7pPr lvl="6" rtl="0">
              <a:spcBef>
                <a:spcPts val="0"/>
              </a:spcBef>
              <a:spcAft>
                <a:spcPts val="0"/>
              </a:spcAft>
              <a:buSzPts val="3000"/>
              <a:buNone/>
              <a:defRPr sz="4001"/>
            </a:lvl7pPr>
            <a:lvl8pPr lvl="7" rtl="0">
              <a:spcBef>
                <a:spcPts val="0"/>
              </a:spcBef>
              <a:spcAft>
                <a:spcPts val="0"/>
              </a:spcAft>
              <a:buSzPts val="3000"/>
              <a:buNone/>
              <a:defRPr sz="4001"/>
            </a:lvl8pPr>
            <a:lvl9pPr lvl="8" rtl="0">
              <a:spcBef>
                <a:spcPts val="0"/>
              </a:spcBef>
              <a:spcAft>
                <a:spcPts val="0"/>
              </a:spcAft>
              <a:buSzPts val="3000"/>
              <a:buNone/>
              <a:defRPr sz="4001"/>
            </a:lvl9pPr>
          </a:lstStyle>
          <a:p>
            <a:r>
              <a:t>xx%</a:t>
            </a:r>
          </a:p>
        </p:txBody>
      </p:sp>
      <p:sp>
        <p:nvSpPr>
          <p:cNvPr id="120" name="Google Shape;120;p13"/>
          <p:cNvSpPr txBox="1">
            <a:spLocks noGrp="1"/>
          </p:cNvSpPr>
          <p:nvPr>
            <p:ph type="title" idx="8" hasCustomPrompt="1"/>
          </p:nvPr>
        </p:nvSpPr>
        <p:spPr>
          <a:xfrm>
            <a:off x="2648365" y="5141733"/>
            <a:ext cx="787200" cy="484800"/>
          </a:xfrm>
          <a:prstGeom prst="rect">
            <a:avLst/>
          </a:prstGeom>
          <a:solidFill>
            <a:schemeClr val="lt2"/>
          </a:solidFill>
        </p:spPr>
        <p:txBody>
          <a:bodyPr spcFirstLastPara="1" wrap="square" lIns="91425" tIns="91425" rIns="91425" bIns="91425" anchor="ctr" anchorCtr="0">
            <a:noAutofit/>
          </a:bodyPr>
          <a:lstStyle>
            <a:lvl1pPr lvl="0" algn="ctr" rtl="0">
              <a:spcBef>
                <a:spcPts val="0"/>
              </a:spcBef>
              <a:spcAft>
                <a:spcPts val="0"/>
              </a:spcAft>
              <a:buSzPts val="3000"/>
              <a:buNone/>
              <a:defRPr sz="2667">
                <a:solidFill>
                  <a:schemeClr val="accent2"/>
                </a:solidFill>
              </a:defRPr>
            </a:lvl1pPr>
            <a:lvl2pPr lvl="1" rtl="0">
              <a:spcBef>
                <a:spcPts val="0"/>
              </a:spcBef>
              <a:spcAft>
                <a:spcPts val="0"/>
              </a:spcAft>
              <a:buSzPts val="3000"/>
              <a:buNone/>
              <a:defRPr sz="4001"/>
            </a:lvl2pPr>
            <a:lvl3pPr lvl="2" rtl="0">
              <a:spcBef>
                <a:spcPts val="0"/>
              </a:spcBef>
              <a:spcAft>
                <a:spcPts val="0"/>
              </a:spcAft>
              <a:buSzPts val="3000"/>
              <a:buNone/>
              <a:defRPr sz="4001"/>
            </a:lvl3pPr>
            <a:lvl4pPr lvl="3" rtl="0">
              <a:spcBef>
                <a:spcPts val="0"/>
              </a:spcBef>
              <a:spcAft>
                <a:spcPts val="0"/>
              </a:spcAft>
              <a:buSzPts val="3000"/>
              <a:buNone/>
              <a:defRPr sz="4001"/>
            </a:lvl4pPr>
            <a:lvl5pPr lvl="4" rtl="0">
              <a:spcBef>
                <a:spcPts val="0"/>
              </a:spcBef>
              <a:spcAft>
                <a:spcPts val="0"/>
              </a:spcAft>
              <a:buSzPts val="3000"/>
              <a:buNone/>
              <a:defRPr sz="4001"/>
            </a:lvl5pPr>
            <a:lvl6pPr lvl="5" rtl="0">
              <a:spcBef>
                <a:spcPts val="0"/>
              </a:spcBef>
              <a:spcAft>
                <a:spcPts val="0"/>
              </a:spcAft>
              <a:buSzPts val="3000"/>
              <a:buNone/>
              <a:defRPr sz="4001"/>
            </a:lvl6pPr>
            <a:lvl7pPr lvl="6" rtl="0">
              <a:spcBef>
                <a:spcPts val="0"/>
              </a:spcBef>
              <a:spcAft>
                <a:spcPts val="0"/>
              </a:spcAft>
              <a:buSzPts val="3000"/>
              <a:buNone/>
              <a:defRPr sz="4001"/>
            </a:lvl7pPr>
            <a:lvl8pPr lvl="7" rtl="0">
              <a:spcBef>
                <a:spcPts val="0"/>
              </a:spcBef>
              <a:spcAft>
                <a:spcPts val="0"/>
              </a:spcAft>
              <a:buSzPts val="3000"/>
              <a:buNone/>
              <a:defRPr sz="4001"/>
            </a:lvl8pPr>
            <a:lvl9pPr lvl="8" rtl="0">
              <a:spcBef>
                <a:spcPts val="0"/>
              </a:spcBef>
              <a:spcAft>
                <a:spcPts val="0"/>
              </a:spcAft>
              <a:buSzPts val="3000"/>
              <a:buNone/>
              <a:defRPr sz="4001"/>
            </a:lvl9pPr>
          </a:lstStyle>
          <a:p>
            <a:r>
              <a:t>xx%</a:t>
            </a:r>
          </a:p>
        </p:txBody>
      </p:sp>
      <p:sp>
        <p:nvSpPr>
          <p:cNvPr id="121" name="Google Shape;121;p13"/>
          <p:cNvSpPr txBox="1">
            <a:spLocks noGrp="1"/>
          </p:cNvSpPr>
          <p:nvPr>
            <p:ph type="subTitle" idx="9"/>
          </p:nvPr>
        </p:nvSpPr>
        <p:spPr>
          <a:xfrm>
            <a:off x="3889635" y="1868467"/>
            <a:ext cx="5654000" cy="4848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400"/>
              <a:buFont typeface="Sora"/>
              <a:buNone/>
              <a:defRPr sz="2667" b="1">
                <a:latin typeface="Sora"/>
                <a:ea typeface="Sora"/>
                <a:cs typeface="Sora"/>
                <a:sym typeface="Sora"/>
              </a:defRPr>
            </a:lvl1pPr>
            <a:lvl2pPr lvl="1" algn="ctr" rtl="0">
              <a:lnSpc>
                <a:spcPct val="115000"/>
              </a:lnSpc>
              <a:spcBef>
                <a:spcPts val="0"/>
              </a:spcBef>
              <a:spcAft>
                <a:spcPts val="0"/>
              </a:spcAft>
              <a:buSzPts val="2400"/>
              <a:buFont typeface="Sora"/>
              <a:buNone/>
              <a:defRPr sz="3200" b="1">
                <a:latin typeface="Sora"/>
                <a:ea typeface="Sora"/>
                <a:cs typeface="Sora"/>
                <a:sym typeface="Sora"/>
              </a:defRPr>
            </a:lvl2pPr>
            <a:lvl3pPr lvl="2" algn="ctr" rtl="0">
              <a:lnSpc>
                <a:spcPct val="115000"/>
              </a:lnSpc>
              <a:spcBef>
                <a:spcPts val="0"/>
              </a:spcBef>
              <a:spcAft>
                <a:spcPts val="0"/>
              </a:spcAft>
              <a:buSzPts val="2400"/>
              <a:buFont typeface="Sora"/>
              <a:buNone/>
              <a:defRPr sz="3200" b="1">
                <a:latin typeface="Sora"/>
                <a:ea typeface="Sora"/>
                <a:cs typeface="Sora"/>
                <a:sym typeface="Sora"/>
              </a:defRPr>
            </a:lvl3pPr>
            <a:lvl4pPr lvl="3" algn="ctr" rtl="0">
              <a:lnSpc>
                <a:spcPct val="115000"/>
              </a:lnSpc>
              <a:spcBef>
                <a:spcPts val="0"/>
              </a:spcBef>
              <a:spcAft>
                <a:spcPts val="0"/>
              </a:spcAft>
              <a:buSzPts val="2400"/>
              <a:buFont typeface="Sora"/>
              <a:buNone/>
              <a:defRPr sz="3200" b="1">
                <a:latin typeface="Sora"/>
                <a:ea typeface="Sora"/>
                <a:cs typeface="Sora"/>
                <a:sym typeface="Sora"/>
              </a:defRPr>
            </a:lvl4pPr>
            <a:lvl5pPr lvl="4" algn="ctr" rtl="0">
              <a:lnSpc>
                <a:spcPct val="115000"/>
              </a:lnSpc>
              <a:spcBef>
                <a:spcPts val="0"/>
              </a:spcBef>
              <a:spcAft>
                <a:spcPts val="0"/>
              </a:spcAft>
              <a:buSzPts val="2400"/>
              <a:buFont typeface="Sora"/>
              <a:buNone/>
              <a:defRPr sz="3200" b="1">
                <a:latin typeface="Sora"/>
                <a:ea typeface="Sora"/>
                <a:cs typeface="Sora"/>
                <a:sym typeface="Sora"/>
              </a:defRPr>
            </a:lvl5pPr>
            <a:lvl6pPr lvl="5" algn="ctr" rtl="0">
              <a:lnSpc>
                <a:spcPct val="115000"/>
              </a:lnSpc>
              <a:spcBef>
                <a:spcPts val="0"/>
              </a:spcBef>
              <a:spcAft>
                <a:spcPts val="0"/>
              </a:spcAft>
              <a:buSzPts val="2400"/>
              <a:buFont typeface="Sora"/>
              <a:buNone/>
              <a:defRPr sz="3200" b="1">
                <a:latin typeface="Sora"/>
                <a:ea typeface="Sora"/>
                <a:cs typeface="Sora"/>
                <a:sym typeface="Sora"/>
              </a:defRPr>
            </a:lvl6pPr>
            <a:lvl7pPr lvl="6" algn="ctr" rtl="0">
              <a:lnSpc>
                <a:spcPct val="115000"/>
              </a:lnSpc>
              <a:spcBef>
                <a:spcPts val="0"/>
              </a:spcBef>
              <a:spcAft>
                <a:spcPts val="0"/>
              </a:spcAft>
              <a:buSzPts val="2400"/>
              <a:buFont typeface="Sora"/>
              <a:buNone/>
              <a:defRPr sz="3200" b="1">
                <a:latin typeface="Sora"/>
                <a:ea typeface="Sora"/>
                <a:cs typeface="Sora"/>
                <a:sym typeface="Sora"/>
              </a:defRPr>
            </a:lvl7pPr>
            <a:lvl8pPr lvl="7" algn="ctr" rtl="0">
              <a:lnSpc>
                <a:spcPct val="115000"/>
              </a:lnSpc>
              <a:spcBef>
                <a:spcPts val="0"/>
              </a:spcBef>
              <a:spcAft>
                <a:spcPts val="0"/>
              </a:spcAft>
              <a:buSzPts val="2400"/>
              <a:buFont typeface="Sora"/>
              <a:buNone/>
              <a:defRPr sz="3200" b="1">
                <a:latin typeface="Sora"/>
                <a:ea typeface="Sora"/>
                <a:cs typeface="Sora"/>
                <a:sym typeface="Sora"/>
              </a:defRPr>
            </a:lvl8pPr>
            <a:lvl9pPr lvl="8" algn="ctr" rtl="0">
              <a:lnSpc>
                <a:spcPct val="115000"/>
              </a:lnSpc>
              <a:spcBef>
                <a:spcPts val="0"/>
              </a:spcBef>
              <a:spcAft>
                <a:spcPts val="0"/>
              </a:spcAft>
              <a:buSzPts val="2400"/>
              <a:buFont typeface="Sora"/>
              <a:buNone/>
              <a:defRPr sz="3200" b="1">
                <a:latin typeface="Sora"/>
                <a:ea typeface="Sora"/>
                <a:cs typeface="Sora"/>
                <a:sym typeface="Sora"/>
              </a:defRPr>
            </a:lvl9pPr>
          </a:lstStyle>
          <a:p>
            <a:endParaRPr/>
          </a:p>
        </p:txBody>
      </p:sp>
      <p:sp>
        <p:nvSpPr>
          <p:cNvPr id="122" name="Google Shape;122;p13"/>
          <p:cNvSpPr txBox="1">
            <a:spLocks noGrp="1"/>
          </p:cNvSpPr>
          <p:nvPr>
            <p:ph type="subTitle" idx="13"/>
          </p:nvPr>
        </p:nvSpPr>
        <p:spPr>
          <a:xfrm>
            <a:off x="3889636" y="2959600"/>
            <a:ext cx="5654000" cy="4848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400"/>
              <a:buFont typeface="Sora"/>
              <a:buNone/>
              <a:defRPr sz="2667" b="1">
                <a:latin typeface="Sora"/>
                <a:ea typeface="Sora"/>
                <a:cs typeface="Sora"/>
                <a:sym typeface="Sora"/>
              </a:defRPr>
            </a:lvl1pPr>
            <a:lvl2pPr lvl="1" algn="ctr" rtl="0">
              <a:lnSpc>
                <a:spcPct val="115000"/>
              </a:lnSpc>
              <a:spcBef>
                <a:spcPts val="0"/>
              </a:spcBef>
              <a:spcAft>
                <a:spcPts val="0"/>
              </a:spcAft>
              <a:buSzPts val="2400"/>
              <a:buFont typeface="Sora"/>
              <a:buNone/>
              <a:defRPr sz="3200" b="1">
                <a:latin typeface="Sora"/>
                <a:ea typeface="Sora"/>
                <a:cs typeface="Sora"/>
                <a:sym typeface="Sora"/>
              </a:defRPr>
            </a:lvl2pPr>
            <a:lvl3pPr lvl="2" algn="ctr" rtl="0">
              <a:lnSpc>
                <a:spcPct val="115000"/>
              </a:lnSpc>
              <a:spcBef>
                <a:spcPts val="0"/>
              </a:spcBef>
              <a:spcAft>
                <a:spcPts val="0"/>
              </a:spcAft>
              <a:buSzPts val="2400"/>
              <a:buFont typeface="Sora"/>
              <a:buNone/>
              <a:defRPr sz="3200" b="1">
                <a:latin typeface="Sora"/>
                <a:ea typeface="Sora"/>
                <a:cs typeface="Sora"/>
                <a:sym typeface="Sora"/>
              </a:defRPr>
            </a:lvl3pPr>
            <a:lvl4pPr lvl="3" algn="ctr" rtl="0">
              <a:lnSpc>
                <a:spcPct val="115000"/>
              </a:lnSpc>
              <a:spcBef>
                <a:spcPts val="0"/>
              </a:spcBef>
              <a:spcAft>
                <a:spcPts val="0"/>
              </a:spcAft>
              <a:buSzPts val="2400"/>
              <a:buFont typeface="Sora"/>
              <a:buNone/>
              <a:defRPr sz="3200" b="1">
                <a:latin typeface="Sora"/>
                <a:ea typeface="Sora"/>
                <a:cs typeface="Sora"/>
                <a:sym typeface="Sora"/>
              </a:defRPr>
            </a:lvl4pPr>
            <a:lvl5pPr lvl="4" algn="ctr" rtl="0">
              <a:lnSpc>
                <a:spcPct val="115000"/>
              </a:lnSpc>
              <a:spcBef>
                <a:spcPts val="0"/>
              </a:spcBef>
              <a:spcAft>
                <a:spcPts val="0"/>
              </a:spcAft>
              <a:buSzPts val="2400"/>
              <a:buFont typeface="Sora"/>
              <a:buNone/>
              <a:defRPr sz="3200" b="1">
                <a:latin typeface="Sora"/>
                <a:ea typeface="Sora"/>
                <a:cs typeface="Sora"/>
                <a:sym typeface="Sora"/>
              </a:defRPr>
            </a:lvl5pPr>
            <a:lvl6pPr lvl="5" algn="ctr" rtl="0">
              <a:lnSpc>
                <a:spcPct val="115000"/>
              </a:lnSpc>
              <a:spcBef>
                <a:spcPts val="0"/>
              </a:spcBef>
              <a:spcAft>
                <a:spcPts val="0"/>
              </a:spcAft>
              <a:buSzPts val="2400"/>
              <a:buFont typeface="Sora"/>
              <a:buNone/>
              <a:defRPr sz="3200" b="1">
                <a:latin typeface="Sora"/>
                <a:ea typeface="Sora"/>
                <a:cs typeface="Sora"/>
                <a:sym typeface="Sora"/>
              </a:defRPr>
            </a:lvl6pPr>
            <a:lvl7pPr lvl="6" algn="ctr" rtl="0">
              <a:lnSpc>
                <a:spcPct val="115000"/>
              </a:lnSpc>
              <a:spcBef>
                <a:spcPts val="0"/>
              </a:spcBef>
              <a:spcAft>
                <a:spcPts val="0"/>
              </a:spcAft>
              <a:buSzPts val="2400"/>
              <a:buFont typeface="Sora"/>
              <a:buNone/>
              <a:defRPr sz="3200" b="1">
                <a:latin typeface="Sora"/>
                <a:ea typeface="Sora"/>
                <a:cs typeface="Sora"/>
                <a:sym typeface="Sora"/>
              </a:defRPr>
            </a:lvl7pPr>
            <a:lvl8pPr lvl="7" algn="ctr" rtl="0">
              <a:lnSpc>
                <a:spcPct val="115000"/>
              </a:lnSpc>
              <a:spcBef>
                <a:spcPts val="0"/>
              </a:spcBef>
              <a:spcAft>
                <a:spcPts val="0"/>
              </a:spcAft>
              <a:buSzPts val="2400"/>
              <a:buFont typeface="Sora"/>
              <a:buNone/>
              <a:defRPr sz="3200" b="1">
                <a:latin typeface="Sora"/>
                <a:ea typeface="Sora"/>
                <a:cs typeface="Sora"/>
                <a:sym typeface="Sora"/>
              </a:defRPr>
            </a:lvl8pPr>
            <a:lvl9pPr lvl="8" algn="ctr" rtl="0">
              <a:lnSpc>
                <a:spcPct val="115000"/>
              </a:lnSpc>
              <a:spcBef>
                <a:spcPts val="0"/>
              </a:spcBef>
              <a:spcAft>
                <a:spcPts val="0"/>
              </a:spcAft>
              <a:buSzPts val="2400"/>
              <a:buFont typeface="Sora"/>
              <a:buNone/>
              <a:defRPr sz="3200" b="1">
                <a:latin typeface="Sora"/>
                <a:ea typeface="Sora"/>
                <a:cs typeface="Sora"/>
                <a:sym typeface="Sora"/>
              </a:defRPr>
            </a:lvl9pPr>
          </a:lstStyle>
          <a:p>
            <a:endParaRPr/>
          </a:p>
        </p:txBody>
      </p:sp>
      <p:sp>
        <p:nvSpPr>
          <p:cNvPr id="123" name="Google Shape;123;p13"/>
          <p:cNvSpPr txBox="1">
            <a:spLocks noGrp="1"/>
          </p:cNvSpPr>
          <p:nvPr>
            <p:ph type="subTitle" idx="14"/>
          </p:nvPr>
        </p:nvSpPr>
        <p:spPr>
          <a:xfrm>
            <a:off x="3889635" y="4050635"/>
            <a:ext cx="5654000" cy="4848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400"/>
              <a:buFont typeface="Sora"/>
              <a:buNone/>
              <a:defRPr sz="2667" b="1">
                <a:latin typeface="Sora"/>
                <a:ea typeface="Sora"/>
                <a:cs typeface="Sora"/>
                <a:sym typeface="Sora"/>
              </a:defRPr>
            </a:lvl1pPr>
            <a:lvl2pPr lvl="1" algn="ctr" rtl="0">
              <a:lnSpc>
                <a:spcPct val="115000"/>
              </a:lnSpc>
              <a:spcBef>
                <a:spcPts val="0"/>
              </a:spcBef>
              <a:spcAft>
                <a:spcPts val="0"/>
              </a:spcAft>
              <a:buSzPts val="2400"/>
              <a:buFont typeface="Sora"/>
              <a:buNone/>
              <a:defRPr sz="3200" b="1">
                <a:latin typeface="Sora"/>
                <a:ea typeface="Sora"/>
                <a:cs typeface="Sora"/>
                <a:sym typeface="Sora"/>
              </a:defRPr>
            </a:lvl2pPr>
            <a:lvl3pPr lvl="2" algn="ctr" rtl="0">
              <a:lnSpc>
                <a:spcPct val="115000"/>
              </a:lnSpc>
              <a:spcBef>
                <a:spcPts val="0"/>
              </a:spcBef>
              <a:spcAft>
                <a:spcPts val="0"/>
              </a:spcAft>
              <a:buSzPts val="2400"/>
              <a:buFont typeface="Sora"/>
              <a:buNone/>
              <a:defRPr sz="3200" b="1">
                <a:latin typeface="Sora"/>
                <a:ea typeface="Sora"/>
                <a:cs typeface="Sora"/>
                <a:sym typeface="Sora"/>
              </a:defRPr>
            </a:lvl3pPr>
            <a:lvl4pPr lvl="3" algn="ctr" rtl="0">
              <a:lnSpc>
                <a:spcPct val="115000"/>
              </a:lnSpc>
              <a:spcBef>
                <a:spcPts val="0"/>
              </a:spcBef>
              <a:spcAft>
                <a:spcPts val="0"/>
              </a:spcAft>
              <a:buSzPts val="2400"/>
              <a:buFont typeface="Sora"/>
              <a:buNone/>
              <a:defRPr sz="3200" b="1">
                <a:latin typeface="Sora"/>
                <a:ea typeface="Sora"/>
                <a:cs typeface="Sora"/>
                <a:sym typeface="Sora"/>
              </a:defRPr>
            </a:lvl4pPr>
            <a:lvl5pPr lvl="4" algn="ctr" rtl="0">
              <a:lnSpc>
                <a:spcPct val="115000"/>
              </a:lnSpc>
              <a:spcBef>
                <a:spcPts val="0"/>
              </a:spcBef>
              <a:spcAft>
                <a:spcPts val="0"/>
              </a:spcAft>
              <a:buSzPts val="2400"/>
              <a:buFont typeface="Sora"/>
              <a:buNone/>
              <a:defRPr sz="3200" b="1">
                <a:latin typeface="Sora"/>
                <a:ea typeface="Sora"/>
                <a:cs typeface="Sora"/>
                <a:sym typeface="Sora"/>
              </a:defRPr>
            </a:lvl5pPr>
            <a:lvl6pPr lvl="5" algn="ctr" rtl="0">
              <a:lnSpc>
                <a:spcPct val="115000"/>
              </a:lnSpc>
              <a:spcBef>
                <a:spcPts val="0"/>
              </a:spcBef>
              <a:spcAft>
                <a:spcPts val="0"/>
              </a:spcAft>
              <a:buSzPts val="2400"/>
              <a:buFont typeface="Sora"/>
              <a:buNone/>
              <a:defRPr sz="3200" b="1">
                <a:latin typeface="Sora"/>
                <a:ea typeface="Sora"/>
                <a:cs typeface="Sora"/>
                <a:sym typeface="Sora"/>
              </a:defRPr>
            </a:lvl6pPr>
            <a:lvl7pPr lvl="6" algn="ctr" rtl="0">
              <a:lnSpc>
                <a:spcPct val="115000"/>
              </a:lnSpc>
              <a:spcBef>
                <a:spcPts val="0"/>
              </a:spcBef>
              <a:spcAft>
                <a:spcPts val="0"/>
              </a:spcAft>
              <a:buSzPts val="2400"/>
              <a:buFont typeface="Sora"/>
              <a:buNone/>
              <a:defRPr sz="3200" b="1">
                <a:latin typeface="Sora"/>
                <a:ea typeface="Sora"/>
                <a:cs typeface="Sora"/>
                <a:sym typeface="Sora"/>
              </a:defRPr>
            </a:lvl7pPr>
            <a:lvl8pPr lvl="7" algn="ctr" rtl="0">
              <a:lnSpc>
                <a:spcPct val="115000"/>
              </a:lnSpc>
              <a:spcBef>
                <a:spcPts val="0"/>
              </a:spcBef>
              <a:spcAft>
                <a:spcPts val="0"/>
              </a:spcAft>
              <a:buSzPts val="2400"/>
              <a:buFont typeface="Sora"/>
              <a:buNone/>
              <a:defRPr sz="3200" b="1">
                <a:latin typeface="Sora"/>
                <a:ea typeface="Sora"/>
                <a:cs typeface="Sora"/>
                <a:sym typeface="Sora"/>
              </a:defRPr>
            </a:lvl8pPr>
            <a:lvl9pPr lvl="8" algn="ctr" rtl="0">
              <a:lnSpc>
                <a:spcPct val="115000"/>
              </a:lnSpc>
              <a:spcBef>
                <a:spcPts val="0"/>
              </a:spcBef>
              <a:spcAft>
                <a:spcPts val="0"/>
              </a:spcAft>
              <a:buSzPts val="2400"/>
              <a:buFont typeface="Sora"/>
              <a:buNone/>
              <a:defRPr sz="3200" b="1">
                <a:latin typeface="Sora"/>
                <a:ea typeface="Sora"/>
                <a:cs typeface="Sora"/>
                <a:sym typeface="Sora"/>
              </a:defRPr>
            </a:lvl9pPr>
          </a:lstStyle>
          <a:p>
            <a:endParaRPr/>
          </a:p>
        </p:txBody>
      </p:sp>
      <p:sp>
        <p:nvSpPr>
          <p:cNvPr id="124" name="Google Shape;124;p13"/>
          <p:cNvSpPr txBox="1">
            <a:spLocks noGrp="1"/>
          </p:cNvSpPr>
          <p:nvPr>
            <p:ph type="subTitle" idx="15"/>
          </p:nvPr>
        </p:nvSpPr>
        <p:spPr>
          <a:xfrm>
            <a:off x="3889636" y="5141735"/>
            <a:ext cx="5654000" cy="4848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400"/>
              <a:buFont typeface="Sora"/>
              <a:buNone/>
              <a:defRPr sz="2667" b="1">
                <a:latin typeface="Sora"/>
                <a:ea typeface="Sora"/>
                <a:cs typeface="Sora"/>
                <a:sym typeface="Sora"/>
              </a:defRPr>
            </a:lvl1pPr>
            <a:lvl2pPr lvl="1" algn="ctr" rtl="0">
              <a:lnSpc>
                <a:spcPct val="115000"/>
              </a:lnSpc>
              <a:spcBef>
                <a:spcPts val="0"/>
              </a:spcBef>
              <a:spcAft>
                <a:spcPts val="0"/>
              </a:spcAft>
              <a:buSzPts val="2400"/>
              <a:buFont typeface="Sora"/>
              <a:buNone/>
              <a:defRPr sz="3200" b="1">
                <a:latin typeface="Sora"/>
                <a:ea typeface="Sora"/>
                <a:cs typeface="Sora"/>
                <a:sym typeface="Sora"/>
              </a:defRPr>
            </a:lvl2pPr>
            <a:lvl3pPr lvl="2" algn="ctr" rtl="0">
              <a:lnSpc>
                <a:spcPct val="115000"/>
              </a:lnSpc>
              <a:spcBef>
                <a:spcPts val="0"/>
              </a:spcBef>
              <a:spcAft>
                <a:spcPts val="0"/>
              </a:spcAft>
              <a:buSzPts val="2400"/>
              <a:buFont typeface="Sora"/>
              <a:buNone/>
              <a:defRPr sz="3200" b="1">
                <a:latin typeface="Sora"/>
                <a:ea typeface="Sora"/>
                <a:cs typeface="Sora"/>
                <a:sym typeface="Sora"/>
              </a:defRPr>
            </a:lvl3pPr>
            <a:lvl4pPr lvl="3" algn="ctr" rtl="0">
              <a:lnSpc>
                <a:spcPct val="115000"/>
              </a:lnSpc>
              <a:spcBef>
                <a:spcPts val="0"/>
              </a:spcBef>
              <a:spcAft>
                <a:spcPts val="0"/>
              </a:spcAft>
              <a:buSzPts val="2400"/>
              <a:buFont typeface="Sora"/>
              <a:buNone/>
              <a:defRPr sz="3200" b="1">
                <a:latin typeface="Sora"/>
                <a:ea typeface="Sora"/>
                <a:cs typeface="Sora"/>
                <a:sym typeface="Sora"/>
              </a:defRPr>
            </a:lvl4pPr>
            <a:lvl5pPr lvl="4" algn="ctr" rtl="0">
              <a:lnSpc>
                <a:spcPct val="115000"/>
              </a:lnSpc>
              <a:spcBef>
                <a:spcPts val="0"/>
              </a:spcBef>
              <a:spcAft>
                <a:spcPts val="0"/>
              </a:spcAft>
              <a:buSzPts val="2400"/>
              <a:buFont typeface="Sora"/>
              <a:buNone/>
              <a:defRPr sz="3200" b="1">
                <a:latin typeface="Sora"/>
                <a:ea typeface="Sora"/>
                <a:cs typeface="Sora"/>
                <a:sym typeface="Sora"/>
              </a:defRPr>
            </a:lvl5pPr>
            <a:lvl6pPr lvl="5" algn="ctr" rtl="0">
              <a:lnSpc>
                <a:spcPct val="115000"/>
              </a:lnSpc>
              <a:spcBef>
                <a:spcPts val="0"/>
              </a:spcBef>
              <a:spcAft>
                <a:spcPts val="0"/>
              </a:spcAft>
              <a:buSzPts val="2400"/>
              <a:buFont typeface="Sora"/>
              <a:buNone/>
              <a:defRPr sz="3200" b="1">
                <a:latin typeface="Sora"/>
                <a:ea typeface="Sora"/>
                <a:cs typeface="Sora"/>
                <a:sym typeface="Sora"/>
              </a:defRPr>
            </a:lvl6pPr>
            <a:lvl7pPr lvl="6" algn="ctr" rtl="0">
              <a:lnSpc>
                <a:spcPct val="115000"/>
              </a:lnSpc>
              <a:spcBef>
                <a:spcPts val="0"/>
              </a:spcBef>
              <a:spcAft>
                <a:spcPts val="0"/>
              </a:spcAft>
              <a:buSzPts val="2400"/>
              <a:buFont typeface="Sora"/>
              <a:buNone/>
              <a:defRPr sz="3200" b="1">
                <a:latin typeface="Sora"/>
                <a:ea typeface="Sora"/>
                <a:cs typeface="Sora"/>
                <a:sym typeface="Sora"/>
              </a:defRPr>
            </a:lvl7pPr>
            <a:lvl8pPr lvl="7" algn="ctr" rtl="0">
              <a:lnSpc>
                <a:spcPct val="115000"/>
              </a:lnSpc>
              <a:spcBef>
                <a:spcPts val="0"/>
              </a:spcBef>
              <a:spcAft>
                <a:spcPts val="0"/>
              </a:spcAft>
              <a:buSzPts val="2400"/>
              <a:buFont typeface="Sora"/>
              <a:buNone/>
              <a:defRPr sz="3200" b="1">
                <a:latin typeface="Sora"/>
                <a:ea typeface="Sora"/>
                <a:cs typeface="Sora"/>
                <a:sym typeface="Sora"/>
              </a:defRPr>
            </a:lvl8pPr>
            <a:lvl9pPr lvl="8" algn="ctr" rtl="0">
              <a:lnSpc>
                <a:spcPct val="115000"/>
              </a:lnSpc>
              <a:spcBef>
                <a:spcPts val="0"/>
              </a:spcBef>
              <a:spcAft>
                <a:spcPts val="0"/>
              </a:spcAft>
              <a:buSzPts val="2400"/>
              <a:buFont typeface="Sora"/>
              <a:buNone/>
              <a:defRPr sz="3200" b="1">
                <a:latin typeface="Sora"/>
                <a:ea typeface="Sora"/>
                <a:cs typeface="Sora"/>
                <a:sym typeface="Sora"/>
              </a:defRPr>
            </a:lvl9pPr>
          </a:lstStyle>
          <a:p>
            <a:endParaRPr/>
          </a:p>
        </p:txBody>
      </p:sp>
      <p:grpSp>
        <p:nvGrpSpPr>
          <p:cNvPr id="125" name="Google Shape;125;p13"/>
          <p:cNvGrpSpPr/>
          <p:nvPr/>
        </p:nvGrpSpPr>
        <p:grpSpPr>
          <a:xfrm>
            <a:off x="10818134" y="303337"/>
            <a:ext cx="1176799" cy="538073"/>
            <a:chOff x="7884075" y="238975"/>
            <a:chExt cx="882599" cy="403555"/>
          </a:xfrm>
        </p:grpSpPr>
        <p:sp>
          <p:nvSpPr>
            <p:cNvPr id="126" name="Google Shape;126;p13"/>
            <p:cNvSpPr/>
            <p:nvPr/>
          </p:nvSpPr>
          <p:spPr>
            <a:xfrm>
              <a:off x="8255437" y="436475"/>
              <a:ext cx="206055" cy="206055"/>
            </a:xfrm>
            <a:custGeom>
              <a:avLst/>
              <a:gdLst/>
              <a:ahLst/>
              <a:cxnLst/>
              <a:rect l="l" t="t" r="r" b="b"/>
              <a:pathLst>
                <a:path w="6648" h="6648" extrusionOk="0">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8"/>
            </a:p>
          </p:txBody>
        </p:sp>
        <p:sp>
          <p:nvSpPr>
            <p:cNvPr id="127" name="Google Shape;127;p13"/>
            <p:cNvSpPr/>
            <p:nvPr/>
          </p:nvSpPr>
          <p:spPr>
            <a:xfrm>
              <a:off x="7884075" y="238975"/>
              <a:ext cx="139874" cy="139874"/>
            </a:xfrm>
            <a:custGeom>
              <a:avLst/>
              <a:gdLst/>
              <a:ahLst/>
              <a:cxnLst/>
              <a:rect l="l" t="t" r="r" b="b"/>
              <a:pathLst>
                <a:path w="6648" h="6648" extrusionOk="0">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8"/>
            </a:p>
          </p:txBody>
        </p:sp>
        <p:sp>
          <p:nvSpPr>
            <p:cNvPr id="128" name="Google Shape;128;p13"/>
            <p:cNvSpPr/>
            <p:nvPr/>
          </p:nvSpPr>
          <p:spPr>
            <a:xfrm>
              <a:off x="8626800" y="378850"/>
              <a:ext cx="139874" cy="139874"/>
            </a:xfrm>
            <a:custGeom>
              <a:avLst/>
              <a:gdLst/>
              <a:ahLst/>
              <a:cxnLst/>
              <a:rect l="l" t="t" r="r" b="b"/>
              <a:pathLst>
                <a:path w="6648" h="6648" extrusionOk="0">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8"/>
            </a:p>
          </p:txBody>
        </p:sp>
      </p:grpSp>
      <p:grpSp>
        <p:nvGrpSpPr>
          <p:cNvPr id="129" name="Google Shape;129;p13"/>
          <p:cNvGrpSpPr/>
          <p:nvPr/>
        </p:nvGrpSpPr>
        <p:grpSpPr>
          <a:xfrm>
            <a:off x="504133" y="-288667"/>
            <a:ext cx="10841600" cy="6985600"/>
            <a:chOff x="378100" y="-216500"/>
            <a:chExt cx="8131200" cy="5239200"/>
          </a:xfrm>
        </p:grpSpPr>
        <p:cxnSp>
          <p:nvCxnSpPr>
            <p:cNvPr id="130" name="Google Shape;130;p13"/>
            <p:cNvCxnSpPr/>
            <p:nvPr/>
          </p:nvCxnSpPr>
          <p:spPr>
            <a:xfrm>
              <a:off x="378100" y="-216500"/>
              <a:ext cx="7978800" cy="5086800"/>
            </a:xfrm>
            <a:prstGeom prst="bentConnector3">
              <a:avLst>
                <a:gd name="adj1" fmla="val -970"/>
              </a:avLst>
            </a:prstGeom>
            <a:noFill/>
            <a:ln w="19050" cap="flat" cmpd="sng">
              <a:solidFill>
                <a:schemeClr val="lt2"/>
              </a:solidFill>
              <a:prstDash val="solid"/>
              <a:round/>
              <a:headEnd type="none" w="med" len="med"/>
              <a:tailEnd type="oval" w="med" len="med"/>
            </a:ln>
          </p:spPr>
        </p:cxnSp>
        <p:cxnSp>
          <p:nvCxnSpPr>
            <p:cNvPr id="131" name="Google Shape;131;p13"/>
            <p:cNvCxnSpPr/>
            <p:nvPr/>
          </p:nvCxnSpPr>
          <p:spPr>
            <a:xfrm>
              <a:off x="530500" y="-64100"/>
              <a:ext cx="7978800" cy="5086800"/>
            </a:xfrm>
            <a:prstGeom prst="bentConnector3">
              <a:avLst>
                <a:gd name="adj1" fmla="val -970"/>
              </a:avLst>
            </a:prstGeom>
            <a:noFill/>
            <a:ln w="19050" cap="flat" cmpd="sng">
              <a:solidFill>
                <a:schemeClr val="lt2"/>
              </a:solidFill>
              <a:prstDash val="solid"/>
              <a:round/>
              <a:headEnd type="none" w="med" len="med"/>
              <a:tailEnd type="oval" w="med" len="med"/>
            </a:ln>
          </p:spPr>
        </p:cxnSp>
      </p:grpSp>
    </p:spTree>
    <p:extLst>
      <p:ext uri="{BB962C8B-B14F-4D97-AF65-F5344CB8AC3E}">
        <p14:creationId xmlns:p14="http://schemas.microsoft.com/office/powerpoint/2010/main" val="333956247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78"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79" name="PlaceHolder 2"/>
          <p:cNvSpPr>
            <a:spLocks noGrp="1"/>
          </p:cNvSpPr>
          <p:nvPr>
            <p:ph type="subTitle"/>
          </p:nvPr>
        </p:nvSpPr>
        <p:spPr>
          <a:xfrm>
            <a:off x="609480" y="1604520"/>
            <a:ext cx="10972440" cy="397728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80"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81" name="PlaceHolder 2"/>
          <p:cNvSpPr>
            <a:spLocks noGrp="1"/>
          </p:cNvSpPr>
          <p:nvPr>
            <p:ph type="body"/>
          </p:nvPr>
        </p:nvSpPr>
        <p:spPr>
          <a:xfrm>
            <a:off x="609480" y="1604520"/>
            <a:ext cx="10972440" cy="397728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82"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83"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84"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5"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86" name="PlaceHolder 1"/>
          <p:cNvSpPr>
            <a:spLocks noGrp="1"/>
          </p:cNvSpPr>
          <p:nvPr>
            <p:ph type="subTitle"/>
          </p:nvPr>
        </p:nvSpPr>
        <p:spPr>
          <a:xfrm>
            <a:off x="609480" y="273600"/>
            <a:ext cx="10972440" cy="530784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87"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88"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89"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90"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91"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92"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93"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94" name="PlaceHolder 4"/>
          <p:cNvSpPr>
            <a:spLocks noGrp="1"/>
          </p:cNvSpPr>
          <p:nvPr>
            <p:ph type="body"/>
          </p:nvPr>
        </p:nvSpPr>
        <p:spPr>
          <a:xfrm>
            <a:off x="623196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95"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96"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97"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98" name="PlaceHolder 4"/>
          <p:cNvSpPr>
            <a:spLocks noGrp="1"/>
          </p:cNvSpPr>
          <p:nvPr>
            <p:ph type="body"/>
          </p:nvPr>
        </p:nvSpPr>
        <p:spPr>
          <a:xfrm>
            <a:off x="609480" y="368208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99"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00" name="PlaceHolder 2"/>
          <p:cNvSpPr>
            <a:spLocks noGrp="1"/>
          </p:cNvSpPr>
          <p:nvPr>
            <p:ph type="body"/>
          </p:nvPr>
        </p:nvSpPr>
        <p:spPr>
          <a:xfrm>
            <a:off x="609480" y="160452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01" name="PlaceHolder 3"/>
          <p:cNvSpPr>
            <a:spLocks noGrp="1"/>
          </p:cNvSpPr>
          <p:nvPr>
            <p:ph type="body"/>
          </p:nvPr>
        </p:nvSpPr>
        <p:spPr>
          <a:xfrm>
            <a:off x="609480" y="368208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02"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03"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04"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05"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06" name="PlaceHolder 5"/>
          <p:cNvSpPr>
            <a:spLocks noGrp="1"/>
          </p:cNvSpPr>
          <p:nvPr>
            <p:ph type="body"/>
          </p:nvPr>
        </p:nvSpPr>
        <p:spPr>
          <a:xfrm>
            <a:off x="623196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07"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08" name="PlaceHolder 2"/>
          <p:cNvSpPr>
            <a:spLocks noGrp="1"/>
          </p:cNvSpPr>
          <p:nvPr>
            <p:ph type="body"/>
          </p:nvPr>
        </p:nvSpPr>
        <p:spPr>
          <a:xfrm>
            <a:off x="60948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09" name="PlaceHolder 3"/>
          <p:cNvSpPr>
            <a:spLocks noGrp="1"/>
          </p:cNvSpPr>
          <p:nvPr>
            <p:ph type="body"/>
          </p:nvPr>
        </p:nvSpPr>
        <p:spPr>
          <a:xfrm>
            <a:off x="431964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10" name="PlaceHolder 4"/>
          <p:cNvSpPr>
            <a:spLocks noGrp="1"/>
          </p:cNvSpPr>
          <p:nvPr>
            <p:ph type="body"/>
          </p:nvPr>
        </p:nvSpPr>
        <p:spPr>
          <a:xfrm>
            <a:off x="802980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11" name="PlaceHolder 5"/>
          <p:cNvSpPr>
            <a:spLocks noGrp="1"/>
          </p:cNvSpPr>
          <p:nvPr>
            <p:ph type="body"/>
          </p:nvPr>
        </p:nvSpPr>
        <p:spPr>
          <a:xfrm>
            <a:off x="60948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12" name="PlaceHolder 6"/>
          <p:cNvSpPr>
            <a:spLocks noGrp="1"/>
          </p:cNvSpPr>
          <p:nvPr>
            <p:ph type="body"/>
          </p:nvPr>
        </p:nvSpPr>
        <p:spPr>
          <a:xfrm>
            <a:off x="431964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13" name="PlaceHolder 7"/>
          <p:cNvSpPr>
            <a:spLocks noGrp="1"/>
          </p:cNvSpPr>
          <p:nvPr>
            <p:ph type="body"/>
          </p:nvPr>
        </p:nvSpPr>
        <p:spPr>
          <a:xfrm>
            <a:off x="802980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117"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18" name="PlaceHolder 2"/>
          <p:cNvSpPr>
            <a:spLocks noGrp="1"/>
          </p:cNvSpPr>
          <p:nvPr>
            <p:ph type="subTitle"/>
          </p:nvPr>
        </p:nvSpPr>
        <p:spPr>
          <a:xfrm>
            <a:off x="609480" y="1604520"/>
            <a:ext cx="10972440" cy="397728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119"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20" name="PlaceHolder 2"/>
          <p:cNvSpPr>
            <a:spLocks noGrp="1"/>
          </p:cNvSpPr>
          <p:nvPr>
            <p:ph type="body"/>
          </p:nvPr>
        </p:nvSpPr>
        <p:spPr>
          <a:xfrm>
            <a:off x="609480" y="1604520"/>
            <a:ext cx="10972440" cy="397728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21"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22"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23"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24"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25" name="PlaceHolder 1"/>
          <p:cNvSpPr>
            <a:spLocks noGrp="1"/>
          </p:cNvSpPr>
          <p:nvPr>
            <p:ph type="subTitle"/>
          </p:nvPr>
        </p:nvSpPr>
        <p:spPr>
          <a:xfrm>
            <a:off x="609480" y="273600"/>
            <a:ext cx="10972440" cy="530784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26"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27"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28"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29"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30"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31"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32"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33" name="PlaceHolder 4"/>
          <p:cNvSpPr>
            <a:spLocks noGrp="1"/>
          </p:cNvSpPr>
          <p:nvPr>
            <p:ph type="body"/>
          </p:nvPr>
        </p:nvSpPr>
        <p:spPr>
          <a:xfrm>
            <a:off x="623196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34"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35"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36"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37" name="PlaceHolder 4"/>
          <p:cNvSpPr>
            <a:spLocks noGrp="1"/>
          </p:cNvSpPr>
          <p:nvPr>
            <p:ph type="body"/>
          </p:nvPr>
        </p:nvSpPr>
        <p:spPr>
          <a:xfrm>
            <a:off x="609480" y="368208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38"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39" name="PlaceHolder 2"/>
          <p:cNvSpPr>
            <a:spLocks noGrp="1"/>
          </p:cNvSpPr>
          <p:nvPr>
            <p:ph type="body"/>
          </p:nvPr>
        </p:nvSpPr>
        <p:spPr>
          <a:xfrm>
            <a:off x="609480" y="160452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40" name="PlaceHolder 3"/>
          <p:cNvSpPr>
            <a:spLocks noGrp="1"/>
          </p:cNvSpPr>
          <p:nvPr>
            <p:ph type="body"/>
          </p:nvPr>
        </p:nvSpPr>
        <p:spPr>
          <a:xfrm>
            <a:off x="609480" y="368208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41"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42"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43"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44"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45" name="PlaceHolder 5"/>
          <p:cNvSpPr>
            <a:spLocks noGrp="1"/>
          </p:cNvSpPr>
          <p:nvPr>
            <p:ph type="body"/>
          </p:nvPr>
        </p:nvSpPr>
        <p:spPr>
          <a:xfrm>
            <a:off x="623196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46"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47" name="PlaceHolder 2"/>
          <p:cNvSpPr>
            <a:spLocks noGrp="1"/>
          </p:cNvSpPr>
          <p:nvPr>
            <p:ph type="body"/>
          </p:nvPr>
        </p:nvSpPr>
        <p:spPr>
          <a:xfrm>
            <a:off x="60948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48" name="PlaceHolder 3"/>
          <p:cNvSpPr>
            <a:spLocks noGrp="1"/>
          </p:cNvSpPr>
          <p:nvPr>
            <p:ph type="body"/>
          </p:nvPr>
        </p:nvSpPr>
        <p:spPr>
          <a:xfrm>
            <a:off x="431964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49" name="PlaceHolder 4"/>
          <p:cNvSpPr>
            <a:spLocks noGrp="1"/>
          </p:cNvSpPr>
          <p:nvPr>
            <p:ph type="body"/>
          </p:nvPr>
        </p:nvSpPr>
        <p:spPr>
          <a:xfrm>
            <a:off x="802980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50" name="PlaceHolder 5"/>
          <p:cNvSpPr>
            <a:spLocks noGrp="1"/>
          </p:cNvSpPr>
          <p:nvPr>
            <p:ph type="body"/>
          </p:nvPr>
        </p:nvSpPr>
        <p:spPr>
          <a:xfrm>
            <a:off x="60948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51" name="PlaceHolder 6"/>
          <p:cNvSpPr>
            <a:spLocks noGrp="1"/>
          </p:cNvSpPr>
          <p:nvPr>
            <p:ph type="body"/>
          </p:nvPr>
        </p:nvSpPr>
        <p:spPr>
          <a:xfrm>
            <a:off x="431964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52" name="PlaceHolder 7"/>
          <p:cNvSpPr>
            <a:spLocks noGrp="1"/>
          </p:cNvSpPr>
          <p:nvPr>
            <p:ph type="body"/>
          </p:nvPr>
        </p:nvSpPr>
        <p:spPr>
          <a:xfrm>
            <a:off x="802980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155"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56" name="PlaceHolder 2"/>
          <p:cNvSpPr>
            <a:spLocks noGrp="1"/>
          </p:cNvSpPr>
          <p:nvPr>
            <p:ph type="subTitle"/>
          </p:nvPr>
        </p:nvSpPr>
        <p:spPr>
          <a:xfrm>
            <a:off x="609480" y="1604520"/>
            <a:ext cx="10972440" cy="397728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157"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58" name="PlaceHolder 2"/>
          <p:cNvSpPr>
            <a:spLocks noGrp="1"/>
          </p:cNvSpPr>
          <p:nvPr>
            <p:ph type="body"/>
          </p:nvPr>
        </p:nvSpPr>
        <p:spPr>
          <a:xfrm>
            <a:off x="609480" y="1604520"/>
            <a:ext cx="10972440" cy="397728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59"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60"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61"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62"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63" name="PlaceHolder 1"/>
          <p:cNvSpPr>
            <a:spLocks noGrp="1"/>
          </p:cNvSpPr>
          <p:nvPr>
            <p:ph type="subTitle"/>
          </p:nvPr>
        </p:nvSpPr>
        <p:spPr>
          <a:xfrm>
            <a:off x="609480" y="273600"/>
            <a:ext cx="10972440" cy="530784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64"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65"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66"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67"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68"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69"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70"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71" name="PlaceHolder 4"/>
          <p:cNvSpPr>
            <a:spLocks noGrp="1"/>
          </p:cNvSpPr>
          <p:nvPr>
            <p:ph type="body"/>
          </p:nvPr>
        </p:nvSpPr>
        <p:spPr>
          <a:xfrm>
            <a:off x="623196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72"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73"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74"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75" name="PlaceHolder 4"/>
          <p:cNvSpPr>
            <a:spLocks noGrp="1"/>
          </p:cNvSpPr>
          <p:nvPr>
            <p:ph type="body"/>
          </p:nvPr>
        </p:nvSpPr>
        <p:spPr>
          <a:xfrm>
            <a:off x="609480" y="368208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76"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77" name="PlaceHolder 2"/>
          <p:cNvSpPr>
            <a:spLocks noGrp="1"/>
          </p:cNvSpPr>
          <p:nvPr>
            <p:ph type="body"/>
          </p:nvPr>
        </p:nvSpPr>
        <p:spPr>
          <a:xfrm>
            <a:off x="609480" y="160452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78" name="PlaceHolder 3"/>
          <p:cNvSpPr>
            <a:spLocks noGrp="1"/>
          </p:cNvSpPr>
          <p:nvPr>
            <p:ph type="body"/>
          </p:nvPr>
        </p:nvSpPr>
        <p:spPr>
          <a:xfrm>
            <a:off x="609480" y="368208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79"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80"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81"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82"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83" name="PlaceHolder 5"/>
          <p:cNvSpPr>
            <a:spLocks noGrp="1"/>
          </p:cNvSpPr>
          <p:nvPr>
            <p:ph type="body"/>
          </p:nvPr>
        </p:nvSpPr>
        <p:spPr>
          <a:xfrm>
            <a:off x="623196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84"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85" name="PlaceHolder 2"/>
          <p:cNvSpPr>
            <a:spLocks noGrp="1"/>
          </p:cNvSpPr>
          <p:nvPr>
            <p:ph type="body"/>
          </p:nvPr>
        </p:nvSpPr>
        <p:spPr>
          <a:xfrm>
            <a:off x="60948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86" name="PlaceHolder 3"/>
          <p:cNvSpPr>
            <a:spLocks noGrp="1"/>
          </p:cNvSpPr>
          <p:nvPr>
            <p:ph type="body"/>
          </p:nvPr>
        </p:nvSpPr>
        <p:spPr>
          <a:xfrm>
            <a:off x="431964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87" name="PlaceHolder 4"/>
          <p:cNvSpPr>
            <a:spLocks noGrp="1"/>
          </p:cNvSpPr>
          <p:nvPr>
            <p:ph type="body"/>
          </p:nvPr>
        </p:nvSpPr>
        <p:spPr>
          <a:xfrm>
            <a:off x="802980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88" name="PlaceHolder 5"/>
          <p:cNvSpPr>
            <a:spLocks noGrp="1"/>
          </p:cNvSpPr>
          <p:nvPr>
            <p:ph type="body"/>
          </p:nvPr>
        </p:nvSpPr>
        <p:spPr>
          <a:xfrm>
            <a:off x="60948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89" name="PlaceHolder 6"/>
          <p:cNvSpPr>
            <a:spLocks noGrp="1"/>
          </p:cNvSpPr>
          <p:nvPr>
            <p:ph type="body"/>
          </p:nvPr>
        </p:nvSpPr>
        <p:spPr>
          <a:xfrm>
            <a:off x="431964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90" name="PlaceHolder 7"/>
          <p:cNvSpPr>
            <a:spLocks noGrp="1"/>
          </p:cNvSpPr>
          <p:nvPr>
            <p:ph type="body"/>
          </p:nvPr>
        </p:nvSpPr>
        <p:spPr>
          <a:xfrm>
            <a:off x="802980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70"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71" name="PlaceHolder 2"/>
          <p:cNvSpPr>
            <a:spLocks noGrp="1"/>
          </p:cNvSpPr>
          <p:nvPr>
            <p:ph type="subTitle"/>
          </p:nvPr>
        </p:nvSpPr>
        <p:spPr>
          <a:xfrm>
            <a:off x="609480" y="1604520"/>
            <a:ext cx="10972440" cy="397728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72"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73" name="PlaceHolder 2"/>
          <p:cNvSpPr>
            <a:spLocks noGrp="1"/>
          </p:cNvSpPr>
          <p:nvPr>
            <p:ph type="body"/>
          </p:nvPr>
        </p:nvSpPr>
        <p:spPr>
          <a:xfrm>
            <a:off x="609480" y="1604520"/>
            <a:ext cx="10972440" cy="397728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74"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75"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76"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77"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78" name="PlaceHolder 1"/>
          <p:cNvSpPr>
            <a:spLocks noGrp="1"/>
          </p:cNvSpPr>
          <p:nvPr>
            <p:ph type="subTitle"/>
          </p:nvPr>
        </p:nvSpPr>
        <p:spPr>
          <a:xfrm>
            <a:off x="609480" y="273600"/>
            <a:ext cx="10972440" cy="530784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79"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80"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81"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82"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83"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84"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85"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86" name="PlaceHolder 4"/>
          <p:cNvSpPr>
            <a:spLocks noGrp="1"/>
          </p:cNvSpPr>
          <p:nvPr>
            <p:ph type="body"/>
          </p:nvPr>
        </p:nvSpPr>
        <p:spPr>
          <a:xfrm>
            <a:off x="623196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87"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88"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89"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90" name="PlaceHolder 4"/>
          <p:cNvSpPr>
            <a:spLocks noGrp="1"/>
          </p:cNvSpPr>
          <p:nvPr>
            <p:ph type="body"/>
          </p:nvPr>
        </p:nvSpPr>
        <p:spPr>
          <a:xfrm>
            <a:off x="609480" y="368208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91"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92" name="PlaceHolder 2"/>
          <p:cNvSpPr>
            <a:spLocks noGrp="1"/>
          </p:cNvSpPr>
          <p:nvPr>
            <p:ph type="body"/>
          </p:nvPr>
        </p:nvSpPr>
        <p:spPr>
          <a:xfrm>
            <a:off x="609480" y="160452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93" name="PlaceHolder 3"/>
          <p:cNvSpPr>
            <a:spLocks noGrp="1"/>
          </p:cNvSpPr>
          <p:nvPr>
            <p:ph type="body"/>
          </p:nvPr>
        </p:nvSpPr>
        <p:spPr>
          <a:xfrm>
            <a:off x="609480" y="368208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94"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95"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96"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97"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98" name="PlaceHolder 5"/>
          <p:cNvSpPr>
            <a:spLocks noGrp="1"/>
          </p:cNvSpPr>
          <p:nvPr>
            <p:ph type="body"/>
          </p:nvPr>
        </p:nvSpPr>
        <p:spPr>
          <a:xfrm>
            <a:off x="623196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299"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300" name="PlaceHolder 2"/>
          <p:cNvSpPr>
            <a:spLocks noGrp="1"/>
          </p:cNvSpPr>
          <p:nvPr>
            <p:ph type="body"/>
          </p:nvPr>
        </p:nvSpPr>
        <p:spPr>
          <a:xfrm>
            <a:off x="60948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301" name="PlaceHolder 3"/>
          <p:cNvSpPr>
            <a:spLocks noGrp="1"/>
          </p:cNvSpPr>
          <p:nvPr>
            <p:ph type="body"/>
          </p:nvPr>
        </p:nvSpPr>
        <p:spPr>
          <a:xfrm>
            <a:off x="431964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302" name="PlaceHolder 4"/>
          <p:cNvSpPr>
            <a:spLocks noGrp="1"/>
          </p:cNvSpPr>
          <p:nvPr>
            <p:ph type="body"/>
          </p:nvPr>
        </p:nvSpPr>
        <p:spPr>
          <a:xfrm>
            <a:off x="802980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303" name="PlaceHolder 5"/>
          <p:cNvSpPr>
            <a:spLocks noGrp="1"/>
          </p:cNvSpPr>
          <p:nvPr>
            <p:ph type="body"/>
          </p:nvPr>
        </p:nvSpPr>
        <p:spPr>
          <a:xfrm>
            <a:off x="60948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304" name="PlaceHolder 6"/>
          <p:cNvSpPr>
            <a:spLocks noGrp="1"/>
          </p:cNvSpPr>
          <p:nvPr>
            <p:ph type="body"/>
          </p:nvPr>
        </p:nvSpPr>
        <p:spPr>
          <a:xfrm>
            <a:off x="431964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305" name="PlaceHolder 7"/>
          <p:cNvSpPr>
            <a:spLocks noGrp="1"/>
          </p:cNvSpPr>
          <p:nvPr>
            <p:ph type="body"/>
          </p:nvPr>
        </p:nvSpPr>
        <p:spPr>
          <a:xfrm>
            <a:off x="802980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theme" Target="../theme/theme2.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image" Target="../media/image2.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theme" Target="../theme/theme3.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slideLayout" Target="../slideLayouts/slideLayout37.xml"/><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 Id="rId14" Type="http://schemas.openxmlformats.org/officeDocument/2006/relationships/image" Target="../media/image3.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5.xml"/><Relationship Id="rId13" Type="http://schemas.openxmlformats.org/officeDocument/2006/relationships/theme" Target="../theme/theme4.xml"/><Relationship Id="rId3" Type="http://schemas.openxmlformats.org/officeDocument/2006/relationships/slideLayout" Target="../slideLayouts/slideLayout40.xml"/><Relationship Id="rId7" Type="http://schemas.openxmlformats.org/officeDocument/2006/relationships/slideLayout" Target="../slideLayouts/slideLayout44.xml"/><Relationship Id="rId12" Type="http://schemas.openxmlformats.org/officeDocument/2006/relationships/slideLayout" Target="../slideLayouts/slideLayout49.xml"/><Relationship Id="rId2" Type="http://schemas.openxmlformats.org/officeDocument/2006/relationships/slideLayout" Target="../slideLayouts/slideLayout39.xml"/><Relationship Id="rId1" Type="http://schemas.openxmlformats.org/officeDocument/2006/relationships/slideLayout" Target="../slideLayouts/slideLayout38.xml"/><Relationship Id="rId6" Type="http://schemas.openxmlformats.org/officeDocument/2006/relationships/slideLayout" Target="../slideLayouts/slideLayout43.xml"/><Relationship Id="rId11" Type="http://schemas.openxmlformats.org/officeDocument/2006/relationships/slideLayout" Target="../slideLayouts/slideLayout48.xml"/><Relationship Id="rId5" Type="http://schemas.openxmlformats.org/officeDocument/2006/relationships/slideLayout" Target="../slideLayouts/slideLayout42.xml"/><Relationship Id="rId10" Type="http://schemas.openxmlformats.org/officeDocument/2006/relationships/slideLayout" Target="../slideLayouts/slideLayout47.xml"/><Relationship Id="rId4" Type="http://schemas.openxmlformats.org/officeDocument/2006/relationships/slideLayout" Target="../slideLayouts/slideLayout41.xml"/><Relationship Id="rId9" Type="http://schemas.openxmlformats.org/officeDocument/2006/relationships/slideLayout" Target="../slideLayouts/slideLayout46.xml"/><Relationship Id="rId14" Type="http://schemas.openxmlformats.org/officeDocument/2006/relationships/image" Target="../media/image4.png"/></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7.xml"/><Relationship Id="rId13" Type="http://schemas.openxmlformats.org/officeDocument/2006/relationships/theme" Target="../theme/theme5.xml"/><Relationship Id="rId3" Type="http://schemas.openxmlformats.org/officeDocument/2006/relationships/slideLayout" Target="../slideLayouts/slideLayout52.xml"/><Relationship Id="rId7" Type="http://schemas.openxmlformats.org/officeDocument/2006/relationships/slideLayout" Target="../slideLayouts/slideLayout56.xml"/><Relationship Id="rId12" Type="http://schemas.openxmlformats.org/officeDocument/2006/relationships/slideLayout" Target="../slideLayouts/slideLayout61.xml"/><Relationship Id="rId2" Type="http://schemas.openxmlformats.org/officeDocument/2006/relationships/slideLayout" Target="../slideLayouts/slideLayout51.xml"/><Relationship Id="rId1" Type="http://schemas.openxmlformats.org/officeDocument/2006/relationships/slideLayout" Target="../slideLayouts/slideLayout50.xml"/><Relationship Id="rId6" Type="http://schemas.openxmlformats.org/officeDocument/2006/relationships/slideLayout" Target="../slideLayouts/slideLayout55.xml"/><Relationship Id="rId11" Type="http://schemas.openxmlformats.org/officeDocument/2006/relationships/slideLayout" Target="../slideLayouts/slideLayout60.xml"/><Relationship Id="rId5" Type="http://schemas.openxmlformats.org/officeDocument/2006/relationships/slideLayout" Target="../slideLayouts/slideLayout54.xml"/><Relationship Id="rId10" Type="http://schemas.openxmlformats.org/officeDocument/2006/relationships/slideLayout" Target="../slideLayouts/slideLayout59.xml"/><Relationship Id="rId4" Type="http://schemas.openxmlformats.org/officeDocument/2006/relationships/slideLayout" Target="../slideLayouts/slideLayout53.xml"/><Relationship Id="rId9" Type="http://schemas.openxmlformats.org/officeDocument/2006/relationships/slideLayout" Target="../slideLayouts/slideLayout58.xml"/><Relationship Id="rId14"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5"/>
          <a:stretch>
            <a:fillRect/>
          </a:stretch>
        </a:blipFill>
        <a:effectLst/>
      </p:bgPr>
    </p:bg>
    <p:spTree>
      <p:nvGrpSpPr>
        <p:cNvPr id="1" name=""/>
        <p:cNvGrpSpPr/>
        <p:nvPr/>
      </p:nvGrpSpPr>
      <p:grpSpPr>
        <a:xfrm>
          <a:off x="0" y="0"/>
          <a:ext cx="0" cy="0"/>
          <a:chOff x="0" y="0"/>
          <a:chExt cx="0" cy="0"/>
        </a:xfrm>
      </p:grpSpPr>
      <p:sp>
        <p:nvSpPr>
          <p:cNvPr id="38" name="PlaceHolder 1"/>
          <p:cNvSpPr>
            <a:spLocks noGrp="1"/>
          </p:cNvSpPr>
          <p:nvPr>
            <p:ph type="title"/>
          </p:nvPr>
        </p:nvSpPr>
        <p:spPr>
          <a:xfrm>
            <a:off x="609480" y="273600"/>
            <a:ext cx="10972440" cy="1144800"/>
          </a:xfrm>
          <a:prstGeom prst="rect">
            <a:avLst/>
          </a:prstGeom>
        </p:spPr>
        <p:txBody>
          <a:bodyPr lIns="0" tIns="0" rIns="0" bIns="0" anchor="ctr">
            <a:noAutofit/>
          </a:bodyPr>
          <a:lstStyle/>
          <a:p>
            <a:r>
              <a:rPr lang="en-US" sz="1800" b="0" strike="noStrike" spc="-1">
                <a:solidFill>
                  <a:srgbClr val="000000"/>
                </a:solidFill>
                <a:latin typeface="Calibri"/>
              </a:rPr>
              <a:t>Click to edit the title text format</a:t>
            </a:r>
          </a:p>
        </p:txBody>
      </p:sp>
      <p:sp>
        <p:nvSpPr>
          <p:cNvPr id="39" name="PlaceHolder 2"/>
          <p:cNvSpPr>
            <a:spLocks noGrp="1"/>
          </p:cNvSpPr>
          <p:nvPr>
            <p:ph type="body"/>
          </p:nvPr>
        </p:nvSpPr>
        <p:spPr>
          <a:xfrm>
            <a:off x="609480" y="1604520"/>
            <a:ext cx="10972440" cy="39772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en-US" sz="2800" b="0" strike="noStrike" spc="-1">
                <a:solidFill>
                  <a:srgbClr val="000000"/>
                </a:solidFill>
                <a:latin typeface="Calibri"/>
              </a:rPr>
              <a:t>Click to edit the outline text format</a:t>
            </a:r>
          </a:p>
          <a:p>
            <a:pPr marL="864000" lvl="1" indent="-324000">
              <a:spcBef>
                <a:spcPts val="1134"/>
              </a:spcBef>
              <a:buClr>
                <a:srgbClr val="000000"/>
              </a:buClr>
              <a:buSzPct val="75000"/>
              <a:buFont typeface="Symbol" charset="2"/>
              <a:buChar char=""/>
            </a:pPr>
            <a:r>
              <a:rPr lang="en-US" sz="2000" b="0" strike="noStrike" spc="-1">
                <a:solidFill>
                  <a:srgbClr val="000000"/>
                </a:solidFill>
                <a:latin typeface="Calibri"/>
              </a:rPr>
              <a:t>Second Outline Level</a:t>
            </a:r>
          </a:p>
          <a:p>
            <a:pPr marL="1296000" lvl="2" indent="-288000">
              <a:spcBef>
                <a:spcPts val="850"/>
              </a:spcBef>
              <a:buClr>
                <a:srgbClr val="000000"/>
              </a:buClr>
              <a:buSzPct val="45000"/>
              <a:buFont typeface="Wingdings" charset="2"/>
              <a:buChar char=""/>
            </a:pPr>
            <a:r>
              <a:rPr lang="en-US" sz="1800" b="0" strike="noStrike" spc="-1">
                <a:solidFill>
                  <a:srgbClr val="000000"/>
                </a:solidFill>
                <a:latin typeface="Calibri"/>
              </a:rPr>
              <a:t>Third Outline Level</a:t>
            </a:r>
          </a:p>
          <a:p>
            <a:pPr marL="1728000" lvl="3" indent="-216000">
              <a:spcBef>
                <a:spcPts val="567"/>
              </a:spcBef>
              <a:buClr>
                <a:srgbClr val="000000"/>
              </a:buClr>
              <a:buSzPct val="75000"/>
              <a:buFont typeface="Symbol" charset="2"/>
              <a:buChar char=""/>
            </a:pPr>
            <a:r>
              <a:rPr lang="en-US" sz="1800" b="0" strike="noStrike" spc="-1">
                <a:solidFill>
                  <a:srgbClr val="000000"/>
                </a:solidFill>
                <a:latin typeface="Calibri"/>
              </a:rPr>
              <a:t>Fourth Outline Level</a:t>
            </a:r>
          </a:p>
          <a:p>
            <a:pPr marL="2160000" lvl="4" indent="-216000">
              <a:spcBef>
                <a:spcPts val="283"/>
              </a:spcBef>
              <a:buClr>
                <a:srgbClr val="000000"/>
              </a:buClr>
              <a:buSzPct val="45000"/>
              <a:buFont typeface="Wingdings" charset="2"/>
              <a:buChar char=""/>
            </a:pPr>
            <a:r>
              <a:rPr lang="en-US" sz="2000" b="0" strike="noStrike" spc="-1">
                <a:solidFill>
                  <a:srgbClr val="000000"/>
                </a:solidFill>
                <a:latin typeface="Calibri"/>
              </a:rPr>
              <a:t>Fifth Outline Level</a:t>
            </a:r>
          </a:p>
          <a:p>
            <a:pPr marL="2592000" lvl="5" indent="-216000">
              <a:spcBef>
                <a:spcPts val="283"/>
              </a:spcBef>
              <a:buClr>
                <a:srgbClr val="000000"/>
              </a:buClr>
              <a:buSzPct val="45000"/>
              <a:buFont typeface="Wingdings" charset="2"/>
              <a:buChar char=""/>
            </a:pPr>
            <a:r>
              <a:rPr lang="en-US" sz="2000" b="0" strike="noStrike" spc="-1">
                <a:solidFill>
                  <a:srgbClr val="000000"/>
                </a:solidFill>
                <a:latin typeface="Calibri"/>
              </a:rPr>
              <a:t>Sixth Outline Level</a:t>
            </a:r>
          </a:p>
          <a:p>
            <a:pPr marL="3024000" lvl="6" indent="-216000">
              <a:spcBef>
                <a:spcPts val="283"/>
              </a:spcBef>
              <a:buClr>
                <a:srgbClr val="000000"/>
              </a:buClr>
              <a:buSzPct val="45000"/>
              <a:buFont typeface="Wingdings" charset="2"/>
              <a:buChar char=""/>
            </a:pPr>
            <a:r>
              <a:rPr lang="en-US" sz="2000" b="0" strike="noStrike" spc="-1">
                <a:solidFill>
                  <a:srgbClr val="000000"/>
                </a:solidFill>
                <a:latin typeface="Calibri"/>
              </a:rPr>
              <a:t>Seventh Outline Level</a:t>
            </a: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752"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a:xfrm>
          <a:off x="0" y="0"/>
          <a:ext cx="0" cy="0"/>
          <a:chOff x="0" y="0"/>
          <a:chExt cx="0" cy="0"/>
        </a:xfrm>
      </p:grpSpPr>
      <p:sp>
        <p:nvSpPr>
          <p:cNvPr id="76" name="PlaceHolder 1"/>
          <p:cNvSpPr>
            <a:spLocks noGrp="1"/>
          </p:cNvSpPr>
          <p:nvPr>
            <p:ph type="body"/>
          </p:nvPr>
        </p:nvSpPr>
        <p:spPr>
          <a:xfrm>
            <a:off x="338760" y="1058760"/>
            <a:ext cx="11514240" cy="4908600"/>
          </a:xfrm>
          <a:prstGeom prst="rect">
            <a:avLst/>
          </a:prstGeom>
        </p:spPr>
        <p:txBody>
          <a:bodyPr lIns="90000" tIns="45000" rIns="90000" bIns="45000">
            <a:noAutofit/>
          </a:bodyPr>
          <a:lstStyle/>
          <a:p>
            <a:pPr marL="228600" indent="-228240">
              <a:lnSpc>
                <a:spcPct val="90000"/>
              </a:lnSpc>
              <a:spcBef>
                <a:spcPts val="1001"/>
              </a:spcBef>
              <a:buClr>
                <a:srgbClr val="000000"/>
              </a:buClr>
              <a:buFont typeface="Arial"/>
              <a:buChar char="•"/>
            </a:pPr>
            <a:r>
              <a:rPr lang="en-US" sz="2800" b="0" strike="noStrike" spc="-1">
                <a:solidFill>
                  <a:srgbClr val="000000"/>
                </a:solidFill>
                <a:latin typeface="Lato"/>
                <a:ea typeface="Lato"/>
              </a:rPr>
              <a:t>Click to edit Master text styles</a:t>
            </a:r>
            <a:endParaRPr lang="en-US" sz="2800" b="0" strike="noStrike" spc="-1">
              <a:solidFill>
                <a:srgbClr val="000000"/>
              </a:solidFill>
              <a:latin typeface="Calibri"/>
            </a:endParaRPr>
          </a:p>
          <a:p>
            <a:pPr marL="685800" lvl="1" indent="-228240">
              <a:lnSpc>
                <a:spcPct val="90000"/>
              </a:lnSpc>
              <a:spcBef>
                <a:spcPts val="499"/>
              </a:spcBef>
              <a:buClr>
                <a:srgbClr val="000000"/>
              </a:buClr>
              <a:buFont typeface="Arial"/>
              <a:buChar char="•"/>
            </a:pPr>
            <a:r>
              <a:rPr lang="en-US" sz="2400" b="0" strike="noStrike" spc="-1">
                <a:solidFill>
                  <a:srgbClr val="000000"/>
                </a:solidFill>
                <a:latin typeface="Lato"/>
                <a:ea typeface="Lato"/>
              </a:rPr>
              <a:t>Second level</a:t>
            </a:r>
            <a:endParaRPr lang="en-US" sz="2400" b="0" strike="noStrike" spc="-1">
              <a:solidFill>
                <a:srgbClr val="000000"/>
              </a:solidFill>
              <a:latin typeface="Calibri"/>
            </a:endParaRPr>
          </a:p>
          <a:p>
            <a:pPr marL="1143000" lvl="2" indent="-228240">
              <a:lnSpc>
                <a:spcPct val="90000"/>
              </a:lnSpc>
              <a:spcBef>
                <a:spcPts val="499"/>
              </a:spcBef>
              <a:buClr>
                <a:srgbClr val="000000"/>
              </a:buClr>
              <a:buFont typeface="Arial"/>
              <a:buChar char="•"/>
            </a:pPr>
            <a:r>
              <a:rPr lang="en-US" sz="2000" b="0" strike="noStrike" spc="-1">
                <a:solidFill>
                  <a:srgbClr val="000000"/>
                </a:solidFill>
                <a:latin typeface="Lato"/>
                <a:ea typeface="Lato"/>
              </a:rPr>
              <a:t>Third level</a:t>
            </a:r>
            <a:endParaRPr lang="en-US" sz="2000" b="0" strike="noStrike" spc="-1">
              <a:solidFill>
                <a:srgbClr val="000000"/>
              </a:solidFill>
              <a:latin typeface="Calibri"/>
            </a:endParaRPr>
          </a:p>
          <a:p>
            <a:pPr marL="1600200" lvl="3" indent="-228240">
              <a:lnSpc>
                <a:spcPct val="90000"/>
              </a:lnSpc>
              <a:spcBef>
                <a:spcPts val="499"/>
              </a:spcBef>
              <a:buClr>
                <a:srgbClr val="000000"/>
              </a:buClr>
              <a:buFont typeface="Arial"/>
              <a:buChar char="•"/>
            </a:pPr>
            <a:r>
              <a:rPr lang="en-US" sz="1800" b="0" strike="noStrike" spc="-1">
                <a:solidFill>
                  <a:srgbClr val="000000"/>
                </a:solidFill>
                <a:latin typeface="Lato"/>
                <a:ea typeface="Lato"/>
              </a:rPr>
              <a:t>Fourth level</a:t>
            </a:r>
            <a:endParaRPr lang="en-US" sz="1800" b="0" strike="noStrike" spc="-1">
              <a:solidFill>
                <a:srgbClr val="000000"/>
              </a:solidFill>
              <a:latin typeface="Calibri"/>
            </a:endParaRPr>
          </a:p>
          <a:p>
            <a:pPr marL="2057400" lvl="4" indent="-228240">
              <a:lnSpc>
                <a:spcPct val="90000"/>
              </a:lnSpc>
              <a:spcBef>
                <a:spcPts val="499"/>
              </a:spcBef>
              <a:buClr>
                <a:srgbClr val="000000"/>
              </a:buClr>
              <a:buFont typeface="Arial"/>
              <a:buChar char="•"/>
            </a:pPr>
            <a:r>
              <a:rPr lang="en-US" sz="1800" b="0" strike="noStrike" spc="-1">
                <a:solidFill>
                  <a:srgbClr val="000000"/>
                </a:solidFill>
                <a:latin typeface="Lato"/>
                <a:ea typeface="Lato"/>
              </a:rPr>
              <a:t>Fifth level</a:t>
            </a:r>
            <a:endParaRPr lang="en-US" sz="1800" b="0" strike="noStrike" spc="-1">
              <a:solidFill>
                <a:srgbClr val="000000"/>
              </a:solidFill>
              <a:latin typeface="Calibri"/>
            </a:endParaRPr>
          </a:p>
        </p:txBody>
      </p:sp>
      <p:sp>
        <p:nvSpPr>
          <p:cNvPr id="77" name="PlaceHolder 2"/>
          <p:cNvSpPr>
            <a:spLocks noGrp="1"/>
          </p:cNvSpPr>
          <p:nvPr>
            <p:ph type="title"/>
          </p:nvPr>
        </p:nvSpPr>
        <p:spPr>
          <a:xfrm>
            <a:off x="338760" y="112680"/>
            <a:ext cx="11514240" cy="435600"/>
          </a:xfrm>
          <a:prstGeom prst="rect">
            <a:avLst/>
          </a:prstGeom>
        </p:spPr>
        <p:txBody>
          <a:bodyPr lIns="90000" tIns="45000" rIns="90000" bIns="45000">
            <a:noAutofit/>
          </a:bodyPr>
          <a:lstStyle/>
          <a:p>
            <a:pPr>
              <a:lnSpc>
                <a:spcPct val="90000"/>
              </a:lnSpc>
            </a:pPr>
            <a:r>
              <a:rPr lang="en-US" sz="2800" b="1" strike="noStrike" spc="-1">
                <a:solidFill>
                  <a:srgbClr val="FFFFFF"/>
                </a:solidFill>
                <a:latin typeface="Lato"/>
                <a:ea typeface="Lato"/>
              </a:rPr>
              <a:t>Title 1:……………………………………..</a:t>
            </a:r>
            <a:endParaRPr lang="en-US" sz="2800" b="0" strike="noStrike" spc="-1">
              <a:solidFill>
                <a:srgbClr val="000000"/>
              </a:solidFill>
              <a:latin typeface="Calibri"/>
            </a:endParaRPr>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a:xfrm>
          <a:off x="0" y="0"/>
          <a:ext cx="0" cy="0"/>
          <a:chOff x="0" y="0"/>
          <a:chExt cx="0" cy="0"/>
        </a:xfrm>
      </p:grpSpPr>
      <p:sp>
        <p:nvSpPr>
          <p:cNvPr id="114" name="PlaceHolder 1"/>
          <p:cNvSpPr>
            <a:spLocks noGrp="1"/>
          </p:cNvSpPr>
          <p:nvPr>
            <p:ph type="body"/>
          </p:nvPr>
        </p:nvSpPr>
        <p:spPr>
          <a:xfrm>
            <a:off x="330120" y="1406880"/>
            <a:ext cx="5765400" cy="4655520"/>
          </a:xfrm>
          <a:prstGeom prst="rect">
            <a:avLst/>
          </a:prstGeom>
        </p:spPr>
        <p:txBody>
          <a:bodyPr lIns="90000" tIns="45000" rIns="90000" bIns="45000">
            <a:noAutofit/>
          </a:bodyPr>
          <a:lstStyle/>
          <a:p>
            <a:pPr>
              <a:lnSpc>
                <a:spcPct val="100000"/>
              </a:lnSpc>
            </a:pPr>
            <a:r>
              <a:rPr lang="en-US" sz="1800" b="0" strike="noStrike" spc="-1">
                <a:solidFill>
                  <a:srgbClr val="000000"/>
                </a:solidFill>
                <a:latin typeface="Lato"/>
                <a:ea typeface="Lato"/>
              </a:rPr>
              <a:t>Chart</a:t>
            </a:r>
            <a:endParaRPr lang="en-US" sz="1800" b="0" strike="noStrike" spc="-1">
              <a:solidFill>
                <a:srgbClr val="000000"/>
              </a:solidFill>
              <a:latin typeface="Calibri"/>
            </a:endParaRPr>
          </a:p>
        </p:txBody>
      </p:sp>
      <p:sp>
        <p:nvSpPr>
          <p:cNvPr id="115" name="PlaceHolder 2"/>
          <p:cNvSpPr>
            <a:spLocks noGrp="1"/>
          </p:cNvSpPr>
          <p:nvPr>
            <p:ph type="body"/>
          </p:nvPr>
        </p:nvSpPr>
        <p:spPr>
          <a:xfrm>
            <a:off x="6238800" y="1414440"/>
            <a:ext cx="5444640" cy="4655880"/>
          </a:xfrm>
          <a:prstGeom prst="rect">
            <a:avLst/>
          </a:prstGeom>
        </p:spPr>
        <p:txBody>
          <a:bodyPr lIns="90000" tIns="45000" rIns="90000" bIns="45000">
            <a:noAutofit/>
          </a:bodyPr>
          <a:lstStyle/>
          <a:p>
            <a:pPr>
              <a:lnSpc>
                <a:spcPct val="100000"/>
              </a:lnSpc>
            </a:pPr>
            <a:r>
              <a:rPr lang="en-US" sz="1800" b="0" strike="noStrike" spc="-1">
                <a:solidFill>
                  <a:srgbClr val="000000"/>
                </a:solidFill>
                <a:latin typeface="Lato"/>
                <a:ea typeface="Lato"/>
              </a:rPr>
              <a:t>Picture</a:t>
            </a:r>
            <a:endParaRPr lang="en-US" sz="1800" b="0" strike="noStrike" spc="-1">
              <a:solidFill>
                <a:srgbClr val="000000"/>
              </a:solidFill>
              <a:latin typeface="Calibri"/>
            </a:endParaRPr>
          </a:p>
        </p:txBody>
      </p:sp>
      <p:sp>
        <p:nvSpPr>
          <p:cNvPr id="116" name="PlaceHolder 3"/>
          <p:cNvSpPr>
            <a:spLocks noGrp="1"/>
          </p:cNvSpPr>
          <p:nvPr>
            <p:ph type="title"/>
          </p:nvPr>
        </p:nvSpPr>
        <p:spPr>
          <a:xfrm>
            <a:off x="338760" y="112680"/>
            <a:ext cx="11514240" cy="435600"/>
          </a:xfrm>
          <a:prstGeom prst="rect">
            <a:avLst/>
          </a:prstGeom>
        </p:spPr>
        <p:txBody>
          <a:bodyPr lIns="90000" tIns="45000" rIns="90000" bIns="45000">
            <a:noAutofit/>
          </a:bodyPr>
          <a:lstStyle/>
          <a:p>
            <a:pPr>
              <a:lnSpc>
                <a:spcPct val="90000"/>
              </a:lnSpc>
            </a:pPr>
            <a:r>
              <a:rPr lang="en-US" sz="2800" b="1" strike="noStrike" spc="-1">
                <a:solidFill>
                  <a:srgbClr val="FFFFFF"/>
                </a:solidFill>
                <a:latin typeface="Lato"/>
                <a:ea typeface="Lato"/>
              </a:rPr>
              <a:t>Title 2:……………………………………..</a:t>
            </a:r>
            <a:endParaRPr lang="en-US" sz="2800" b="0" strike="noStrike" spc="-1">
              <a:solidFill>
                <a:srgbClr val="000000"/>
              </a:solidFill>
              <a:latin typeface="Calibri"/>
            </a:endParaRPr>
          </a:p>
        </p:txBody>
      </p:sp>
    </p:spTree>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a:xfrm>
          <a:off x="0" y="0"/>
          <a:ext cx="0" cy="0"/>
          <a:chOff x="0" y="0"/>
          <a:chExt cx="0" cy="0"/>
        </a:xfrm>
      </p:grpSpPr>
      <p:sp>
        <p:nvSpPr>
          <p:cNvPr id="153" name="PlaceHolder 1"/>
          <p:cNvSpPr>
            <a:spLocks noGrp="1"/>
          </p:cNvSpPr>
          <p:nvPr>
            <p:ph type="title"/>
          </p:nvPr>
        </p:nvSpPr>
        <p:spPr>
          <a:xfrm>
            <a:off x="338760" y="112680"/>
            <a:ext cx="11514240" cy="435600"/>
          </a:xfrm>
          <a:prstGeom prst="rect">
            <a:avLst/>
          </a:prstGeom>
        </p:spPr>
        <p:txBody>
          <a:bodyPr lIns="90000" tIns="45000" rIns="90000" bIns="45000">
            <a:noAutofit/>
          </a:bodyPr>
          <a:lstStyle/>
          <a:p>
            <a:pPr>
              <a:lnSpc>
                <a:spcPct val="90000"/>
              </a:lnSpc>
            </a:pPr>
            <a:r>
              <a:rPr lang="en-US" sz="2800" b="1" strike="noStrike" spc="-1">
                <a:solidFill>
                  <a:srgbClr val="FFFFFF"/>
                </a:solidFill>
                <a:latin typeface="Lato"/>
                <a:ea typeface="Lato"/>
              </a:rPr>
              <a:t>Title 3:……………………………………..</a:t>
            </a:r>
            <a:endParaRPr lang="en-US" sz="2800" b="0" strike="noStrike" spc="-1">
              <a:solidFill>
                <a:srgbClr val="000000"/>
              </a:solidFill>
              <a:latin typeface="Calibri"/>
            </a:endParaRPr>
          </a:p>
        </p:txBody>
      </p:sp>
      <p:sp>
        <p:nvSpPr>
          <p:cNvPr id="154" name="PlaceHolder 2"/>
          <p:cNvSpPr>
            <a:spLocks noGrp="1"/>
          </p:cNvSpPr>
          <p:nvPr>
            <p:ph type="body"/>
          </p:nvPr>
        </p:nvSpPr>
        <p:spPr>
          <a:xfrm>
            <a:off x="337680" y="1032480"/>
            <a:ext cx="11515320" cy="4938480"/>
          </a:xfrm>
          <a:prstGeom prst="rect">
            <a:avLst/>
          </a:prstGeom>
        </p:spPr>
        <p:txBody>
          <a:bodyPr lIns="90000" tIns="45000" rIns="90000" bIns="45000">
            <a:noAutofit/>
          </a:bodyPr>
          <a:lstStyle/>
          <a:p>
            <a:pPr marL="228600" indent="-228240">
              <a:lnSpc>
                <a:spcPct val="90000"/>
              </a:lnSpc>
              <a:spcBef>
                <a:spcPts val="1001"/>
              </a:spcBef>
              <a:buClr>
                <a:srgbClr val="000000"/>
              </a:buClr>
              <a:buFont typeface="Arial"/>
              <a:buChar char="•"/>
            </a:pPr>
            <a:r>
              <a:rPr lang="en-US" sz="2800" b="0" strike="noStrike" spc="-1">
                <a:solidFill>
                  <a:srgbClr val="000000"/>
                </a:solidFill>
                <a:latin typeface="Lato"/>
                <a:ea typeface="Lato"/>
              </a:rPr>
              <a:t>Click to edit Master text styles</a:t>
            </a:r>
            <a:endParaRPr lang="en-US" sz="2800" b="0" strike="noStrike" spc="-1">
              <a:solidFill>
                <a:srgbClr val="000000"/>
              </a:solidFill>
              <a:latin typeface="Calibri"/>
            </a:endParaRPr>
          </a:p>
          <a:p>
            <a:pPr marL="685800" lvl="1" indent="-228240">
              <a:lnSpc>
                <a:spcPct val="90000"/>
              </a:lnSpc>
              <a:spcBef>
                <a:spcPts val="499"/>
              </a:spcBef>
              <a:buClr>
                <a:srgbClr val="000000"/>
              </a:buClr>
              <a:buFont typeface="Arial"/>
              <a:buChar char="•"/>
            </a:pPr>
            <a:r>
              <a:rPr lang="en-US" sz="2400" b="0" strike="noStrike" spc="-1">
                <a:solidFill>
                  <a:srgbClr val="000000"/>
                </a:solidFill>
                <a:latin typeface="Lato"/>
                <a:ea typeface="Lato"/>
              </a:rPr>
              <a:t>Second level</a:t>
            </a:r>
            <a:endParaRPr lang="en-US" sz="2400" b="0" strike="noStrike" spc="-1">
              <a:solidFill>
                <a:srgbClr val="000000"/>
              </a:solidFill>
              <a:latin typeface="Calibri"/>
            </a:endParaRPr>
          </a:p>
          <a:p>
            <a:pPr marL="1143000" lvl="2" indent="-228240">
              <a:lnSpc>
                <a:spcPct val="90000"/>
              </a:lnSpc>
              <a:spcBef>
                <a:spcPts val="499"/>
              </a:spcBef>
              <a:buClr>
                <a:srgbClr val="000000"/>
              </a:buClr>
              <a:buFont typeface="Arial"/>
              <a:buChar char="•"/>
            </a:pPr>
            <a:r>
              <a:rPr lang="en-US" sz="2000" b="0" strike="noStrike" spc="-1">
                <a:solidFill>
                  <a:srgbClr val="000000"/>
                </a:solidFill>
                <a:latin typeface="Lato"/>
                <a:ea typeface="Lato"/>
              </a:rPr>
              <a:t>Third level</a:t>
            </a:r>
            <a:endParaRPr lang="en-US" sz="2000" b="0" strike="noStrike" spc="-1">
              <a:solidFill>
                <a:srgbClr val="000000"/>
              </a:solidFill>
              <a:latin typeface="Calibri"/>
            </a:endParaRPr>
          </a:p>
          <a:p>
            <a:pPr marL="1600200" lvl="3" indent="-228240">
              <a:lnSpc>
                <a:spcPct val="90000"/>
              </a:lnSpc>
              <a:spcBef>
                <a:spcPts val="499"/>
              </a:spcBef>
              <a:buClr>
                <a:srgbClr val="000000"/>
              </a:buClr>
              <a:buFont typeface="Arial"/>
              <a:buChar char="•"/>
            </a:pPr>
            <a:r>
              <a:rPr lang="en-US" sz="1800" b="0" strike="noStrike" spc="-1">
                <a:solidFill>
                  <a:srgbClr val="000000"/>
                </a:solidFill>
                <a:latin typeface="Lato"/>
                <a:ea typeface="Lato"/>
              </a:rPr>
              <a:t>Fourth level</a:t>
            </a:r>
            <a:endParaRPr lang="en-US" sz="1800" b="0" strike="noStrike" spc="-1">
              <a:solidFill>
                <a:srgbClr val="000000"/>
              </a:solidFill>
              <a:latin typeface="Calibri"/>
            </a:endParaRPr>
          </a:p>
          <a:p>
            <a:pPr marL="2057400" lvl="4" indent="-228240">
              <a:lnSpc>
                <a:spcPct val="90000"/>
              </a:lnSpc>
              <a:spcBef>
                <a:spcPts val="499"/>
              </a:spcBef>
              <a:buClr>
                <a:srgbClr val="000000"/>
              </a:buClr>
              <a:buFont typeface="Arial"/>
              <a:buChar char="•"/>
            </a:pPr>
            <a:r>
              <a:rPr lang="en-US" sz="1800" b="0" strike="noStrike" spc="-1">
                <a:solidFill>
                  <a:srgbClr val="000000"/>
                </a:solidFill>
                <a:latin typeface="Lato"/>
                <a:ea typeface="Lato"/>
              </a:rPr>
              <a:t>Fifth level</a:t>
            </a:r>
            <a:endParaRPr lang="en-US" sz="1800" b="0" strike="noStrike" spc="-1">
              <a:solidFill>
                <a:srgbClr val="000000"/>
              </a:solidFill>
              <a:latin typeface="Calibri"/>
            </a:endParaRPr>
          </a:p>
        </p:txBody>
      </p:sp>
    </p:spTree>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 id="214748371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a:xfrm>
          <a:off x="0" y="0"/>
          <a:ext cx="0" cy="0"/>
          <a:chOff x="0" y="0"/>
          <a:chExt cx="0" cy="0"/>
        </a:xfrm>
      </p:grpSpPr>
      <p:sp>
        <p:nvSpPr>
          <p:cNvPr id="268" name="PlaceHolder 1"/>
          <p:cNvSpPr>
            <a:spLocks noGrp="1"/>
          </p:cNvSpPr>
          <p:nvPr>
            <p:ph type="title"/>
          </p:nvPr>
        </p:nvSpPr>
        <p:spPr>
          <a:xfrm>
            <a:off x="609480" y="273600"/>
            <a:ext cx="10972440" cy="1144800"/>
          </a:xfrm>
          <a:prstGeom prst="rect">
            <a:avLst/>
          </a:prstGeom>
        </p:spPr>
        <p:txBody>
          <a:bodyPr lIns="0" tIns="0" rIns="0" bIns="0" anchor="ctr">
            <a:noAutofit/>
          </a:bodyPr>
          <a:lstStyle/>
          <a:p>
            <a:r>
              <a:rPr lang="en-US" sz="1800" b="0" strike="noStrike" spc="-1">
                <a:solidFill>
                  <a:srgbClr val="000000"/>
                </a:solidFill>
                <a:latin typeface="Calibri"/>
              </a:rPr>
              <a:t>Click to edit the title text format</a:t>
            </a:r>
          </a:p>
        </p:txBody>
      </p:sp>
      <p:sp>
        <p:nvSpPr>
          <p:cNvPr id="269" name="PlaceHolder 2"/>
          <p:cNvSpPr>
            <a:spLocks noGrp="1"/>
          </p:cNvSpPr>
          <p:nvPr>
            <p:ph type="body"/>
          </p:nvPr>
        </p:nvSpPr>
        <p:spPr>
          <a:xfrm>
            <a:off x="609480" y="1604520"/>
            <a:ext cx="10972440" cy="39772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en-US" sz="2800" b="0" strike="noStrike" spc="-1">
                <a:solidFill>
                  <a:srgbClr val="000000"/>
                </a:solidFill>
                <a:latin typeface="Calibri"/>
              </a:rPr>
              <a:t>Click to edit the outline text format</a:t>
            </a:r>
          </a:p>
          <a:p>
            <a:pPr marL="864000" lvl="1" indent="-324000">
              <a:spcBef>
                <a:spcPts val="1134"/>
              </a:spcBef>
              <a:buClr>
                <a:srgbClr val="000000"/>
              </a:buClr>
              <a:buSzPct val="75000"/>
              <a:buFont typeface="Symbol" charset="2"/>
              <a:buChar char=""/>
            </a:pPr>
            <a:r>
              <a:rPr lang="en-US" sz="2000" b="0" strike="noStrike" spc="-1">
                <a:solidFill>
                  <a:srgbClr val="000000"/>
                </a:solidFill>
                <a:latin typeface="Calibri"/>
              </a:rPr>
              <a:t>Second Outline Level</a:t>
            </a:r>
          </a:p>
          <a:p>
            <a:pPr marL="1296000" lvl="2" indent="-288000">
              <a:spcBef>
                <a:spcPts val="850"/>
              </a:spcBef>
              <a:buClr>
                <a:srgbClr val="000000"/>
              </a:buClr>
              <a:buSzPct val="45000"/>
              <a:buFont typeface="Wingdings" charset="2"/>
              <a:buChar char=""/>
            </a:pPr>
            <a:r>
              <a:rPr lang="en-US" sz="1800" b="0" strike="noStrike" spc="-1">
                <a:solidFill>
                  <a:srgbClr val="000000"/>
                </a:solidFill>
                <a:latin typeface="Calibri"/>
              </a:rPr>
              <a:t>Third Outline Level</a:t>
            </a:r>
          </a:p>
          <a:p>
            <a:pPr marL="1728000" lvl="3" indent="-216000">
              <a:spcBef>
                <a:spcPts val="567"/>
              </a:spcBef>
              <a:buClr>
                <a:srgbClr val="000000"/>
              </a:buClr>
              <a:buSzPct val="75000"/>
              <a:buFont typeface="Symbol" charset="2"/>
              <a:buChar char=""/>
            </a:pPr>
            <a:r>
              <a:rPr lang="en-US" sz="1800" b="0" strike="noStrike" spc="-1">
                <a:solidFill>
                  <a:srgbClr val="000000"/>
                </a:solidFill>
                <a:latin typeface="Calibri"/>
              </a:rPr>
              <a:t>Fourth Outline Level</a:t>
            </a:r>
          </a:p>
          <a:p>
            <a:pPr marL="2160000" lvl="4" indent="-216000">
              <a:spcBef>
                <a:spcPts val="283"/>
              </a:spcBef>
              <a:buClr>
                <a:srgbClr val="000000"/>
              </a:buClr>
              <a:buSzPct val="45000"/>
              <a:buFont typeface="Wingdings" charset="2"/>
              <a:buChar char=""/>
            </a:pPr>
            <a:r>
              <a:rPr lang="en-US" sz="2000" b="0" strike="noStrike" spc="-1">
                <a:solidFill>
                  <a:srgbClr val="000000"/>
                </a:solidFill>
                <a:latin typeface="Calibri"/>
              </a:rPr>
              <a:t>Fifth Outline Level</a:t>
            </a:r>
          </a:p>
          <a:p>
            <a:pPr marL="2592000" lvl="5" indent="-216000">
              <a:spcBef>
                <a:spcPts val="283"/>
              </a:spcBef>
              <a:buClr>
                <a:srgbClr val="000000"/>
              </a:buClr>
              <a:buSzPct val="45000"/>
              <a:buFont typeface="Wingdings" charset="2"/>
              <a:buChar char=""/>
            </a:pPr>
            <a:r>
              <a:rPr lang="en-US" sz="2000" b="0" strike="noStrike" spc="-1">
                <a:solidFill>
                  <a:srgbClr val="000000"/>
                </a:solidFill>
                <a:latin typeface="Calibri"/>
              </a:rPr>
              <a:t>Sixth Outline Level</a:t>
            </a:r>
          </a:p>
          <a:p>
            <a:pPr marL="3024000" lvl="6" indent="-216000">
              <a:spcBef>
                <a:spcPts val="283"/>
              </a:spcBef>
              <a:buClr>
                <a:srgbClr val="000000"/>
              </a:buClr>
              <a:buSzPct val="45000"/>
              <a:buFont typeface="Wingdings" charset="2"/>
              <a:buChar char=""/>
            </a:pPr>
            <a:r>
              <a:rPr lang="en-US" sz="2000" b="0" strike="noStrike" spc="-1">
                <a:solidFill>
                  <a:srgbClr val="000000"/>
                </a:solidFill>
                <a:latin typeface="Calibri"/>
              </a:rPr>
              <a:t>Seventh Outline Level</a:t>
            </a:r>
          </a:p>
        </p:txBody>
      </p:sp>
    </p:spTree>
  </p:cSld>
  <p:clrMap bg1="lt1" tx1="dk1" bg2="lt2" tx2="dk2" accent1="accent1" accent2="accent2" accent3="accent3" accent4="accent4" accent5="accent5" accent6="accent6" hlink="hlink" folHlink="folHlink"/>
  <p:sldLayoutIdLst>
    <p:sldLayoutId id="2147483740" r:id="rId1"/>
    <p:sldLayoutId id="2147483741" r:id="rId2"/>
    <p:sldLayoutId id="2147483742" r:id="rId3"/>
    <p:sldLayoutId id="2147483743" r:id="rId4"/>
    <p:sldLayoutId id="2147483744" r:id="rId5"/>
    <p:sldLayoutId id="2147483745" r:id="rId6"/>
    <p:sldLayoutId id="2147483746" r:id="rId7"/>
    <p:sldLayoutId id="2147483747" r:id="rId8"/>
    <p:sldLayoutId id="2147483748" r:id="rId9"/>
    <p:sldLayoutId id="2147483749" r:id="rId10"/>
    <p:sldLayoutId id="2147483750" r:id="rId11"/>
    <p:sldLayoutId id="2147483751"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38.xml"/></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8.xml"/></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9.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4.png"/><Relationship Id="rId1" Type="http://schemas.openxmlformats.org/officeDocument/2006/relationships/slideLayout" Target="../slideLayouts/slideLayout39.xml"/><Relationship Id="rId5" Type="http://schemas.openxmlformats.org/officeDocument/2006/relationships/image" Target="../media/image21.png"/><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39.xml"/><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8.png"/><Relationship Id="rId1" Type="http://schemas.openxmlformats.org/officeDocument/2006/relationships/slideLayout" Target="../slideLayouts/slideLayout39.xml"/><Relationship Id="rId5" Type="http://schemas.openxmlformats.org/officeDocument/2006/relationships/image" Target="../media/image24.png"/><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5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6" name="Picture 3" descr="Text&#10;&#10;Description automatically generated"/>
          <p:cNvPicPr/>
          <p:nvPr/>
        </p:nvPicPr>
        <p:blipFill>
          <a:blip r:embed="rId2"/>
          <a:srcRect r="67950"/>
          <a:stretch/>
        </p:blipFill>
        <p:spPr>
          <a:xfrm>
            <a:off x="392040" y="271440"/>
            <a:ext cx="1017310" cy="1153080"/>
          </a:xfrm>
          <a:prstGeom prst="rect">
            <a:avLst/>
          </a:prstGeom>
          <a:ln>
            <a:noFill/>
          </a:ln>
        </p:spPr>
      </p:pic>
      <p:sp>
        <p:nvSpPr>
          <p:cNvPr id="307" name="CustomShape 1"/>
          <p:cNvSpPr/>
          <p:nvPr/>
        </p:nvSpPr>
        <p:spPr>
          <a:xfrm>
            <a:off x="-1375080" y="3244926"/>
            <a:ext cx="8251560" cy="848520"/>
          </a:xfrm>
          <a:prstGeom prst="rect">
            <a:avLst/>
          </a:prstGeom>
          <a:noFill/>
          <a:ln>
            <a:noFill/>
          </a:ln>
        </p:spPr>
        <p:style>
          <a:lnRef idx="0">
            <a:scrgbClr r="0" g="0" b="0"/>
          </a:lnRef>
          <a:fillRef idx="0">
            <a:scrgbClr r="0" g="0" b="0"/>
          </a:fillRef>
          <a:effectRef idx="0">
            <a:scrgbClr r="0" g="0" b="0"/>
          </a:effectRef>
          <a:fontRef idx="minor"/>
        </p:style>
        <p:txBody>
          <a:bodyPr/>
          <a:lstStyle/>
          <a:p>
            <a:endParaRPr lang="en-US"/>
          </a:p>
        </p:txBody>
      </p:sp>
      <p:sp>
        <p:nvSpPr>
          <p:cNvPr id="308" name="CustomShape 2"/>
          <p:cNvSpPr/>
          <p:nvPr/>
        </p:nvSpPr>
        <p:spPr>
          <a:xfrm>
            <a:off x="695040" y="2517966"/>
            <a:ext cx="7908187" cy="2223360"/>
          </a:xfrm>
          <a:prstGeom prst="rect">
            <a:avLst/>
          </a:prstGeom>
          <a:noFill/>
          <a:ln>
            <a:noFill/>
          </a:ln>
        </p:spPr>
        <p:style>
          <a:lnRef idx="0">
            <a:scrgbClr r="0" g="0" b="0"/>
          </a:lnRef>
          <a:fillRef idx="0">
            <a:scrgbClr r="0" g="0" b="0"/>
          </a:fillRef>
          <a:effectRef idx="0">
            <a:scrgbClr r="0" g="0" b="0"/>
          </a:effectRef>
          <a:fontRef idx="minor"/>
        </p:style>
        <p:txBody>
          <a:bodyPr/>
          <a:lstStyle/>
          <a:p>
            <a:r>
              <a:rPr lang="en-US" sz="3800">
                <a:solidFill>
                  <a:srgbClr val="C00000"/>
                </a:solidFill>
                <a:effectLst/>
                <a:latin typeface="Times New Roman" panose="02020603050405020304" pitchFamily="18" charset="0"/>
                <a:ea typeface="Arial" panose="020B0604020202020204" pitchFamily="34" charset="0"/>
                <a:cs typeface="Times New Roman" panose="02020603050405020304" pitchFamily="18" charset="0"/>
              </a:rPr>
              <a:t>PROJECT I</a:t>
            </a:r>
          </a:p>
          <a:p>
            <a:endParaRPr lang="en-US" sz="3800">
              <a:solidFill>
                <a:srgbClr val="C00000"/>
              </a:solidFill>
              <a:effectLst/>
              <a:latin typeface="Times New Roman" panose="02020603050405020304" pitchFamily="18" charset="0"/>
              <a:ea typeface="Arial" panose="020B0604020202020204" pitchFamily="34" charset="0"/>
              <a:cs typeface="Times New Roman" panose="02020603050405020304" pitchFamily="18" charset="0"/>
            </a:endParaRPr>
          </a:p>
          <a:p>
            <a:r>
              <a:rPr lang="vi-VN" sz="3800">
                <a:solidFill>
                  <a:srgbClr val="C00000"/>
                </a:solidFill>
                <a:effectLst/>
                <a:latin typeface="Times New Roman" panose="02020603050405020304" pitchFamily="18" charset="0"/>
                <a:ea typeface="Arial" panose="020B0604020202020204" pitchFamily="34" charset="0"/>
                <a:cs typeface="Times New Roman" panose="02020603050405020304" pitchFamily="18" charset="0"/>
              </a:rPr>
              <a:t>Đề tài:</a:t>
            </a:r>
            <a:r>
              <a:rPr lang="en-US" sz="3800">
                <a:solidFill>
                  <a:srgbClr val="C00000"/>
                </a:solidFill>
                <a:effectLst/>
                <a:latin typeface="Times New Roman" panose="02020603050405020304" pitchFamily="18" charset="0"/>
                <a:ea typeface="Arial" panose="020B0604020202020204" pitchFamily="34" charset="0"/>
                <a:cs typeface="Times New Roman" panose="02020603050405020304" pitchFamily="18" charset="0"/>
              </a:rPr>
              <a:t> Xây dựng mô hình AI</a:t>
            </a:r>
          </a:p>
          <a:p>
            <a:r>
              <a:rPr lang="vi-VN" sz="3800">
                <a:solidFill>
                  <a:srgbClr val="C00000"/>
                </a:solidFill>
                <a:latin typeface="Times New Roman" panose="02020603050405020304" pitchFamily="18" charset="0"/>
                <a:cs typeface="Times New Roman" panose="02020603050405020304" pitchFamily="18" charset="0"/>
              </a:rPr>
              <a:t>Dự báo </a:t>
            </a:r>
            <a:r>
              <a:rPr lang="en-US" sz="3800">
                <a:solidFill>
                  <a:srgbClr val="C00000"/>
                </a:solidFill>
                <a:latin typeface="Times New Roman" panose="02020603050405020304" pitchFamily="18" charset="0"/>
                <a:cs typeface="Times New Roman" panose="02020603050405020304" pitchFamily="18" charset="0"/>
              </a:rPr>
              <a:t>có mưa</a:t>
            </a:r>
            <a:endParaRPr lang="vi-VN" sz="3800" dirty="0">
              <a:solidFill>
                <a:srgbClr val="C00000"/>
              </a:solidFill>
              <a:effectLst/>
              <a:latin typeface="Times New Roman" panose="02020603050405020304" pitchFamily="18" charset="0"/>
              <a:ea typeface="Arial" panose="020B0604020202020204" pitchFamily="34" charset="0"/>
              <a:cs typeface="Times New Roman" panose="02020603050405020304" pitchFamily="18" charset="0"/>
            </a:endParaRPr>
          </a:p>
          <a:p>
            <a:endParaRPr lang="en-US" sz="4000" dirty="0"/>
          </a:p>
        </p:txBody>
      </p:sp>
      <p:sp>
        <p:nvSpPr>
          <p:cNvPr id="309" name="CustomShape 3"/>
          <p:cNvSpPr/>
          <p:nvPr/>
        </p:nvSpPr>
        <p:spPr>
          <a:xfrm>
            <a:off x="6962400" y="3269880"/>
            <a:ext cx="4329000" cy="1369440"/>
          </a:xfrm>
          <a:prstGeom prst="rect">
            <a:avLst/>
          </a:prstGeom>
          <a:noFill/>
          <a:ln>
            <a:noFill/>
          </a:ln>
        </p:spPr>
        <p:style>
          <a:lnRef idx="0">
            <a:scrgbClr r="0" g="0" b="0"/>
          </a:lnRef>
          <a:fillRef idx="0">
            <a:scrgbClr r="0" g="0" b="0"/>
          </a:fillRef>
          <a:effectRef idx="0">
            <a:scrgbClr r="0" g="0" b="0"/>
          </a:effectRef>
          <a:fontRef idx="minor"/>
        </p:style>
        <p:txBody>
          <a:bodyPr/>
          <a:lstStyle/>
          <a:p>
            <a:endParaRPr lang="en-US"/>
          </a:p>
        </p:txBody>
      </p:sp>
      <p:sp>
        <p:nvSpPr>
          <p:cNvPr id="4" name="TextBox 3">
            <a:extLst>
              <a:ext uri="{FF2B5EF4-FFF2-40B4-BE49-F238E27FC236}">
                <a16:creationId xmlns:a16="http://schemas.microsoft.com/office/drawing/2014/main" id="{7A2F2181-7F0C-3CA1-97A2-E5DE997FFD31}"/>
              </a:ext>
            </a:extLst>
          </p:cNvPr>
          <p:cNvSpPr txBox="1"/>
          <p:nvPr/>
        </p:nvSpPr>
        <p:spPr>
          <a:xfrm>
            <a:off x="695040" y="1695081"/>
            <a:ext cx="7750870" cy="769441"/>
          </a:xfrm>
          <a:prstGeom prst="rect">
            <a:avLst/>
          </a:prstGeom>
          <a:noFill/>
        </p:spPr>
        <p:txBody>
          <a:bodyPr wrap="square">
            <a:spAutoFit/>
          </a:bodyPr>
          <a:lstStyle/>
          <a:p>
            <a:r>
              <a:rPr lang="en-US" sz="4400" b="1">
                <a:solidFill>
                  <a:srgbClr val="C00000"/>
                </a:solidFill>
                <a:latin typeface="Times New Roman" panose="02020603050405020304" pitchFamily="18" charset="0"/>
                <a:cs typeface="Times New Roman" panose="02020603050405020304" pitchFamily="18" charset="0"/>
              </a:rPr>
              <a:t>BẢO VỆ DỰ ÁN MÔN HỌC</a:t>
            </a:r>
            <a:r>
              <a:rPr lang="vi-VN" sz="4400" b="1">
                <a:solidFill>
                  <a:srgbClr val="C00000"/>
                </a:solidFill>
                <a:latin typeface="Times New Roman" panose="02020603050405020304" pitchFamily="18" charset="0"/>
                <a:cs typeface="Times New Roman" panose="02020603050405020304" pitchFamily="18" charset="0"/>
              </a:rPr>
              <a:t> </a:t>
            </a:r>
            <a:endParaRPr lang="vi-VN" sz="4400" b="1" dirty="0">
              <a:solidFill>
                <a:srgbClr val="C00000"/>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EBA325FD-D819-1AA2-BB2D-9CF9DAB4A6DF}"/>
              </a:ext>
            </a:extLst>
          </p:cNvPr>
          <p:cNvSpPr txBox="1"/>
          <p:nvPr/>
        </p:nvSpPr>
        <p:spPr>
          <a:xfrm>
            <a:off x="695040" y="5170074"/>
            <a:ext cx="6784258" cy="646331"/>
          </a:xfrm>
          <a:prstGeom prst="rect">
            <a:avLst/>
          </a:prstGeom>
          <a:noFill/>
        </p:spPr>
        <p:txBody>
          <a:bodyPr wrap="square">
            <a:spAutoFit/>
          </a:bodyPr>
          <a:lstStyle/>
          <a:p>
            <a:r>
              <a:rPr lang="en-US" sz="1800">
                <a:solidFill>
                  <a:srgbClr val="000000"/>
                </a:solidFill>
                <a:effectLst/>
                <a:latin typeface="Times New Roman" panose="02020603050405020304" pitchFamily="18" charset="0"/>
              </a:rPr>
              <a:t>Sinh viên thực hiện: Nguyễn </a:t>
            </a:r>
            <a:r>
              <a:rPr lang="en-US" sz="1800" dirty="0" err="1">
                <a:solidFill>
                  <a:srgbClr val="000000"/>
                </a:solidFill>
                <a:effectLst/>
                <a:latin typeface="Times New Roman" panose="02020603050405020304" pitchFamily="18" charset="0"/>
              </a:rPr>
              <a:t>Việt</a:t>
            </a:r>
            <a:r>
              <a:rPr lang="en-US" sz="1800" dirty="0">
                <a:solidFill>
                  <a:srgbClr val="000000"/>
                </a:solidFill>
                <a:effectLst/>
                <a:latin typeface="Times New Roman" panose="02020603050405020304" pitchFamily="18" charset="0"/>
              </a:rPr>
              <a:t> </a:t>
            </a:r>
            <a:r>
              <a:rPr lang="en-US" sz="1800">
                <a:solidFill>
                  <a:srgbClr val="000000"/>
                </a:solidFill>
                <a:effectLst/>
                <a:latin typeface="Times New Roman" panose="02020603050405020304" pitchFamily="18" charset="0"/>
              </a:rPr>
              <a:t>Anh 20215307</a:t>
            </a:r>
          </a:p>
          <a:p>
            <a:r>
              <a:rPr lang="en-US">
                <a:solidFill>
                  <a:srgbClr val="000000"/>
                </a:solidFill>
                <a:latin typeface="Times New Roman" panose="02020603050405020304" pitchFamily="18" charset="0"/>
              </a:rPr>
              <a:t>Giảng viên hướng dẫn: Lê Tấn Hùng</a:t>
            </a:r>
            <a:endParaRPr lang="en-US" dirty="0"/>
          </a:p>
        </p:txBody>
      </p:sp>
      <p:pic>
        <p:nvPicPr>
          <p:cNvPr id="2" name="Hình ảnh 3">
            <a:extLst>
              <a:ext uri="{FF2B5EF4-FFF2-40B4-BE49-F238E27FC236}">
                <a16:creationId xmlns:a16="http://schemas.microsoft.com/office/drawing/2014/main" id="{C975E25F-6E4E-B518-AE90-412EA471477D}"/>
              </a:ext>
            </a:extLst>
          </p:cNvPr>
          <p:cNvPicPr>
            <a:picLocks noChangeAspect="1"/>
          </p:cNvPicPr>
          <p:nvPr/>
        </p:nvPicPr>
        <p:blipFill rotWithShape="1">
          <a:blip r:embed="rId3">
            <a:extLst>
              <a:ext uri="{BEBA8EAE-BF5A-486C-A8C5-ECC9F3942E4B}">
                <a14:imgProps xmlns:a14="http://schemas.microsoft.com/office/drawing/2010/main">
                  <a14:imgLayer r:embed="rId4">
                    <a14:imgEffect>
                      <a14:sharpenSoften amount="100000"/>
                    </a14:imgEffect>
                  </a14:imgLayer>
                </a14:imgProps>
              </a:ext>
              <a:ext uri="{28A0092B-C50C-407E-A947-70E740481C1C}">
                <a14:useLocalDpi xmlns:a14="http://schemas.microsoft.com/office/drawing/2010/main" val="0"/>
              </a:ext>
            </a:extLst>
          </a:blip>
          <a:srcRect l="23098" t="39461" b="41717"/>
          <a:stretch/>
        </p:blipFill>
        <p:spPr>
          <a:xfrm>
            <a:off x="1312446" y="435607"/>
            <a:ext cx="4446457" cy="76944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48"/>
        <p:cNvGrpSpPr/>
        <p:nvPr/>
      </p:nvGrpSpPr>
      <p:grpSpPr>
        <a:xfrm>
          <a:off x="0" y="0"/>
          <a:ext cx="0" cy="0"/>
          <a:chOff x="0" y="0"/>
          <a:chExt cx="0" cy="0"/>
        </a:xfrm>
      </p:grpSpPr>
      <p:grpSp>
        <p:nvGrpSpPr>
          <p:cNvPr id="2" name="Nhóm 42">
            <a:extLst>
              <a:ext uri="{FF2B5EF4-FFF2-40B4-BE49-F238E27FC236}">
                <a16:creationId xmlns:a16="http://schemas.microsoft.com/office/drawing/2014/main" id="{4D286CCD-B776-BDE7-0604-2B769A995CEF}"/>
              </a:ext>
            </a:extLst>
          </p:cNvPr>
          <p:cNvGrpSpPr>
            <a:grpSpLocks noGrp="1" noUngrp="1" noRot="1" noMove="1" noResize="1"/>
          </p:cNvGrpSpPr>
          <p:nvPr/>
        </p:nvGrpSpPr>
        <p:grpSpPr>
          <a:xfrm>
            <a:off x="-3586766" y="-1237421"/>
            <a:ext cx="8747563" cy="9383744"/>
            <a:chOff x="-2690074" y="-928066"/>
            <a:chExt cx="6560672" cy="7037808"/>
          </a:xfrm>
        </p:grpSpPr>
        <p:grpSp>
          <p:nvGrpSpPr>
            <p:cNvPr id="3" name="Nhóm 36">
              <a:extLst>
                <a:ext uri="{FF2B5EF4-FFF2-40B4-BE49-F238E27FC236}">
                  <a16:creationId xmlns:a16="http://schemas.microsoft.com/office/drawing/2014/main" id="{D5CA08C0-DF81-1B40-7312-C60023F7CDD4}"/>
                </a:ext>
              </a:extLst>
            </p:cNvPr>
            <p:cNvGrpSpPr>
              <a:grpSpLocks noGrp="1" noUngrp="1" noRot="1" noMove="1" noResize="1"/>
            </p:cNvGrpSpPr>
            <p:nvPr/>
          </p:nvGrpSpPr>
          <p:grpSpPr>
            <a:xfrm>
              <a:off x="-2690074" y="748257"/>
              <a:ext cx="5361485" cy="5361485"/>
              <a:chOff x="12463025" y="576796"/>
              <a:chExt cx="5361485" cy="5361485"/>
            </a:xfrm>
          </p:grpSpPr>
          <p:sp>
            <p:nvSpPr>
              <p:cNvPr id="7" name="Hình chữ nhật: Góc Tròn 39">
                <a:extLst>
                  <a:ext uri="{FF2B5EF4-FFF2-40B4-BE49-F238E27FC236}">
                    <a16:creationId xmlns:a16="http://schemas.microsoft.com/office/drawing/2014/main" id="{FE96F152-FA19-7F9D-A3BC-99E221A38721}"/>
                  </a:ext>
                </a:extLst>
              </p:cNvPr>
              <p:cNvSpPr>
                <a:spLocks noGrp="1" noRot="1" noMove="1" noResize="1" noEditPoints="1" noAdjustHandles="1" noChangeArrowheads="1" noChangeShapeType="1"/>
              </p:cNvSpPr>
              <p:nvPr/>
            </p:nvSpPr>
            <p:spPr>
              <a:xfrm rot="18872932">
                <a:off x="12463025" y="576796"/>
                <a:ext cx="5361485" cy="5361485"/>
              </a:xfrm>
              <a:prstGeom prst="roundRect">
                <a:avLst/>
              </a:prstGeom>
              <a:solidFill>
                <a:srgbClr val="CD1628">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8" name="Hình chữ nhật: Góc Tròn 40">
                <a:extLst>
                  <a:ext uri="{FF2B5EF4-FFF2-40B4-BE49-F238E27FC236}">
                    <a16:creationId xmlns:a16="http://schemas.microsoft.com/office/drawing/2014/main" id="{6CDD2092-4CDE-B557-2F80-181EDC10C94A}"/>
                  </a:ext>
                </a:extLst>
              </p:cNvPr>
              <p:cNvSpPr>
                <a:spLocks noGrp="1" noRot="1" noMove="1" noResize="1" noEditPoints="1" noAdjustHandles="1" noChangeArrowheads="1" noChangeShapeType="1"/>
              </p:cNvSpPr>
              <p:nvPr/>
            </p:nvSpPr>
            <p:spPr>
              <a:xfrm rot="18872932">
                <a:off x="13440572" y="1591667"/>
                <a:ext cx="3331742" cy="3331742"/>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9" name="Hình chữ nhật: Góc Tròn 41">
                <a:extLst>
                  <a:ext uri="{FF2B5EF4-FFF2-40B4-BE49-F238E27FC236}">
                    <a16:creationId xmlns:a16="http://schemas.microsoft.com/office/drawing/2014/main" id="{0991E1BF-86E9-F036-3575-76189AAE9C6C}"/>
                  </a:ext>
                </a:extLst>
              </p:cNvPr>
              <p:cNvSpPr>
                <a:spLocks noGrp="1" noRot="1" noMove="1" noResize="1" noEditPoints="1" noAdjustHandles="1" noChangeArrowheads="1" noChangeShapeType="1"/>
              </p:cNvSpPr>
              <p:nvPr/>
            </p:nvSpPr>
            <p:spPr>
              <a:xfrm rot="18872932">
                <a:off x="14104060" y="2264486"/>
                <a:ext cx="1986104" cy="1986104"/>
              </a:xfrm>
              <a:prstGeom prst="roundRect">
                <a:avLst/>
              </a:prstGeom>
              <a:solidFill>
                <a:srgbClr val="F3C409">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p>
            </p:txBody>
          </p:sp>
        </p:grpSp>
        <p:grpSp>
          <p:nvGrpSpPr>
            <p:cNvPr id="4" name="Nhóm 10">
              <a:extLst>
                <a:ext uri="{FF2B5EF4-FFF2-40B4-BE49-F238E27FC236}">
                  <a16:creationId xmlns:a16="http://schemas.microsoft.com/office/drawing/2014/main" id="{4AA939E6-1F87-2AAB-2302-579A01AAD76D}"/>
                </a:ext>
              </a:extLst>
            </p:cNvPr>
            <p:cNvGrpSpPr>
              <a:grpSpLocks noGrp="1" noUngrp="1" noRot="1" noMove="1" noResize="1"/>
            </p:cNvGrpSpPr>
            <p:nvPr/>
          </p:nvGrpSpPr>
          <p:grpSpPr>
            <a:xfrm>
              <a:off x="1326739" y="-928066"/>
              <a:ext cx="2543859" cy="2441316"/>
              <a:chOff x="13570175" y="-920744"/>
              <a:chExt cx="2543859" cy="2441316"/>
            </a:xfrm>
          </p:grpSpPr>
          <p:sp>
            <p:nvSpPr>
              <p:cNvPr id="5" name="Hình chữ nhật: Góc Tròn 12">
                <a:extLst>
                  <a:ext uri="{FF2B5EF4-FFF2-40B4-BE49-F238E27FC236}">
                    <a16:creationId xmlns:a16="http://schemas.microsoft.com/office/drawing/2014/main" id="{C3E43798-46BE-964F-D7CD-ACF7A05520AE}"/>
                  </a:ext>
                </a:extLst>
              </p:cNvPr>
              <p:cNvSpPr>
                <a:spLocks noGrp="1" noRot="1" noMove="1" noResize="1" noEditPoints="1" noAdjustHandles="1" noChangeArrowheads="1" noChangeShapeType="1"/>
              </p:cNvSpPr>
              <p:nvPr/>
            </p:nvSpPr>
            <p:spPr>
              <a:xfrm rot="18872932">
                <a:off x="14772748" y="179286"/>
                <a:ext cx="1341286" cy="1341286"/>
              </a:xfrm>
              <a:prstGeom prst="roundRect">
                <a:avLst/>
              </a:prstGeom>
              <a:solidFill>
                <a:srgbClr val="CD1628">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6" name="Hình chữ nhật: Góc Tròn 13">
                <a:extLst>
                  <a:ext uri="{FF2B5EF4-FFF2-40B4-BE49-F238E27FC236}">
                    <a16:creationId xmlns:a16="http://schemas.microsoft.com/office/drawing/2014/main" id="{18F9DE27-E8D7-50A8-8064-FA110DD04DED}"/>
                  </a:ext>
                </a:extLst>
              </p:cNvPr>
              <p:cNvSpPr>
                <a:spLocks noGrp="1" noRot="1" noMove="1" noResize="1" noEditPoints="1" noAdjustHandles="1" noChangeArrowheads="1" noChangeShapeType="1"/>
              </p:cNvSpPr>
              <p:nvPr/>
            </p:nvSpPr>
            <p:spPr>
              <a:xfrm rot="18872932">
                <a:off x="13570175" y="-920744"/>
                <a:ext cx="1341286" cy="1341286"/>
              </a:xfrm>
              <a:prstGeom prst="roundRect">
                <a:avLst/>
              </a:prstGeom>
              <a:solidFill>
                <a:srgbClr val="F3C409">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p>
            </p:txBody>
          </p:sp>
        </p:grpSp>
      </p:grpSp>
      <p:sp>
        <p:nvSpPr>
          <p:cNvPr id="449" name="Google Shape;449;p35"/>
          <p:cNvSpPr txBox="1">
            <a:spLocks noGrp="1"/>
          </p:cNvSpPr>
          <p:nvPr>
            <p:ph type="title"/>
          </p:nvPr>
        </p:nvSpPr>
        <p:spPr>
          <a:xfrm>
            <a:off x="960000" y="593367"/>
            <a:ext cx="10272000" cy="763600"/>
          </a:xfrm>
          <a:prstGeom prst="rect">
            <a:avLst/>
          </a:prstGeom>
        </p:spPr>
        <p:txBody>
          <a:bodyPr spcFirstLastPara="1" wrap="square" lIns="121901" tIns="121901" rIns="121901" bIns="121901" anchor="t" anchorCtr="0">
            <a:noAutofit/>
          </a:bodyPr>
          <a:lstStyle/>
          <a:p>
            <a:r>
              <a:rPr lang="en">
                <a:latin typeface="Segoe UI Variable Small Semibol" pitchFamily="2" charset="0"/>
              </a:rPr>
              <a:t>Nội dung</a:t>
            </a:r>
            <a:endParaRPr>
              <a:latin typeface="Segoe UI Variable Small Semibol" pitchFamily="2" charset="0"/>
            </a:endParaRPr>
          </a:p>
        </p:txBody>
      </p:sp>
      <p:sp>
        <p:nvSpPr>
          <p:cNvPr id="454" name="Google Shape;454;p35"/>
          <p:cNvSpPr txBox="1">
            <a:spLocks noGrp="1"/>
          </p:cNvSpPr>
          <p:nvPr>
            <p:ph type="title" idx="5"/>
          </p:nvPr>
        </p:nvSpPr>
        <p:spPr>
          <a:xfrm>
            <a:off x="3152887" y="1889309"/>
            <a:ext cx="787200" cy="484800"/>
          </a:xfrm>
          <a:prstGeom prst="rect">
            <a:avLst/>
          </a:prstGeom>
        </p:spPr>
        <p:txBody>
          <a:bodyPr spcFirstLastPara="1" wrap="square" lIns="121901" tIns="121901" rIns="121901" bIns="121901" anchor="ctr" anchorCtr="0">
            <a:noAutofit/>
          </a:bodyPr>
          <a:lstStyle/>
          <a:p>
            <a:r>
              <a:rPr lang="en" b="1">
                <a:solidFill>
                  <a:schemeClr val="tx1"/>
                </a:solidFill>
              </a:rPr>
              <a:t>01</a:t>
            </a:r>
            <a:endParaRPr b="1">
              <a:solidFill>
                <a:schemeClr val="tx1"/>
              </a:solidFill>
            </a:endParaRPr>
          </a:p>
        </p:txBody>
      </p:sp>
      <p:sp>
        <p:nvSpPr>
          <p:cNvPr id="455" name="Google Shape;455;p35"/>
          <p:cNvSpPr txBox="1">
            <a:spLocks noGrp="1"/>
          </p:cNvSpPr>
          <p:nvPr>
            <p:ph type="title" idx="7"/>
          </p:nvPr>
        </p:nvSpPr>
        <p:spPr>
          <a:xfrm>
            <a:off x="3152887" y="2980399"/>
            <a:ext cx="787200" cy="484800"/>
          </a:xfrm>
          <a:prstGeom prst="rect">
            <a:avLst/>
          </a:prstGeom>
        </p:spPr>
        <p:txBody>
          <a:bodyPr spcFirstLastPara="1" wrap="square" lIns="121901" tIns="121901" rIns="121901" bIns="121901" anchor="ctr" anchorCtr="0">
            <a:noAutofit/>
          </a:bodyPr>
          <a:lstStyle/>
          <a:p>
            <a:r>
              <a:rPr lang="en" b="1">
                <a:solidFill>
                  <a:schemeClr val="tx1"/>
                </a:solidFill>
              </a:rPr>
              <a:t>02</a:t>
            </a:r>
            <a:endParaRPr b="1">
              <a:solidFill>
                <a:schemeClr val="tx1"/>
              </a:solidFill>
            </a:endParaRPr>
          </a:p>
        </p:txBody>
      </p:sp>
      <p:sp>
        <p:nvSpPr>
          <p:cNvPr id="456" name="Google Shape;456;p35"/>
          <p:cNvSpPr txBox="1">
            <a:spLocks noGrp="1"/>
          </p:cNvSpPr>
          <p:nvPr>
            <p:ph type="title" idx="8"/>
          </p:nvPr>
        </p:nvSpPr>
        <p:spPr>
          <a:xfrm>
            <a:off x="3152887" y="5162576"/>
            <a:ext cx="787200" cy="484800"/>
          </a:xfrm>
          <a:prstGeom prst="rect">
            <a:avLst/>
          </a:prstGeom>
        </p:spPr>
        <p:txBody>
          <a:bodyPr spcFirstLastPara="1" wrap="square" lIns="121901" tIns="121901" rIns="121901" bIns="121901" anchor="ctr" anchorCtr="0">
            <a:noAutofit/>
          </a:bodyPr>
          <a:lstStyle/>
          <a:p>
            <a:r>
              <a:rPr lang="en" b="1">
                <a:solidFill>
                  <a:schemeClr val="tx1"/>
                </a:solidFill>
              </a:rPr>
              <a:t>04</a:t>
            </a:r>
            <a:endParaRPr b="1">
              <a:solidFill>
                <a:schemeClr val="tx1"/>
              </a:solidFill>
            </a:endParaRPr>
          </a:p>
        </p:txBody>
      </p:sp>
      <p:sp>
        <p:nvSpPr>
          <p:cNvPr id="457" name="Google Shape;457;p35"/>
          <p:cNvSpPr txBox="1">
            <a:spLocks noGrp="1"/>
          </p:cNvSpPr>
          <p:nvPr>
            <p:ph type="title" idx="6"/>
          </p:nvPr>
        </p:nvSpPr>
        <p:spPr>
          <a:xfrm>
            <a:off x="3152887" y="4071487"/>
            <a:ext cx="787200" cy="484800"/>
          </a:xfrm>
          <a:prstGeom prst="rect">
            <a:avLst/>
          </a:prstGeom>
        </p:spPr>
        <p:txBody>
          <a:bodyPr spcFirstLastPara="1" wrap="square" lIns="121901" tIns="121901" rIns="121901" bIns="121901" anchor="ctr" anchorCtr="0">
            <a:noAutofit/>
          </a:bodyPr>
          <a:lstStyle/>
          <a:p>
            <a:r>
              <a:rPr lang="en" b="1">
                <a:solidFill>
                  <a:schemeClr val="tx1"/>
                </a:solidFill>
              </a:rPr>
              <a:t>03</a:t>
            </a:r>
            <a:endParaRPr b="1">
              <a:solidFill>
                <a:schemeClr val="tx1"/>
              </a:solidFill>
            </a:endParaRPr>
          </a:p>
        </p:txBody>
      </p:sp>
      <p:sp>
        <p:nvSpPr>
          <p:cNvPr id="458" name="Google Shape;458;p35"/>
          <p:cNvSpPr txBox="1">
            <a:spLocks noGrp="1"/>
          </p:cNvSpPr>
          <p:nvPr>
            <p:ph type="subTitle" idx="9"/>
          </p:nvPr>
        </p:nvSpPr>
        <p:spPr>
          <a:xfrm>
            <a:off x="4394153" y="1806725"/>
            <a:ext cx="5654000" cy="649968"/>
          </a:xfrm>
          <a:prstGeom prst="rect">
            <a:avLst/>
          </a:prstGeom>
        </p:spPr>
        <p:txBody>
          <a:bodyPr spcFirstLastPara="1" wrap="square" lIns="121901" tIns="121901" rIns="121901" bIns="121901" anchor="b" anchorCtr="0">
            <a:noAutofit/>
          </a:bodyPr>
          <a:lstStyle/>
          <a:p>
            <a:pPr marL="0" indent="0"/>
            <a:r>
              <a:rPr lang="en">
                <a:latin typeface="Segoe UI Variable Small Semibol" pitchFamily="2" charset="0"/>
              </a:rPr>
              <a:t>Tổng quan đề tài</a:t>
            </a:r>
            <a:endParaRPr>
              <a:latin typeface="Segoe UI Variable Small Semibol" pitchFamily="2" charset="0"/>
            </a:endParaRPr>
          </a:p>
        </p:txBody>
      </p:sp>
      <p:sp>
        <p:nvSpPr>
          <p:cNvPr id="459" name="Google Shape;459;p35"/>
          <p:cNvSpPr txBox="1">
            <a:spLocks noGrp="1"/>
          </p:cNvSpPr>
          <p:nvPr>
            <p:ph type="subTitle" idx="13"/>
          </p:nvPr>
        </p:nvSpPr>
        <p:spPr>
          <a:xfrm>
            <a:off x="4394153" y="2968379"/>
            <a:ext cx="5654000" cy="582788"/>
          </a:xfrm>
          <a:prstGeom prst="rect">
            <a:avLst/>
          </a:prstGeom>
        </p:spPr>
        <p:txBody>
          <a:bodyPr spcFirstLastPara="1" wrap="square" lIns="121901" tIns="121901" rIns="121901" bIns="121901" anchor="b" anchorCtr="0">
            <a:noAutofit/>
          </a:bodyPr>
          <a:lstStyle/>
          <a:p>
            <a:pPr marL="0" indent="0"/>
            <a:r>
              <a:rPr lang="en">
                <a:latin typeface="Segoe UI Variable Small Semibol" pitchFamily="2" charset="0"/>
              </a:rPr>
              <a:t>Thu thập và tiền xử lý dữ liệu</a:t>
            </a:r>
            <a:endParaRPr>
              <a:latin typeface="Segoe UI Variable Small Semibol" pitchFamily="2" charset="0"/>
            </a:endParaRPr>
          </a:p>
        </p:txBody>
      </p:sp>
      <p:sp>
        <p:nvSpPr>
          <p:cNvPr id="460" name="Google Shape;460;p35"/>
          <p:cNvSpPr txBox="1">
            <a:spLocks noGrp="1"/>
          </p:cNvSpPr>
          <p:nvPr>
            <p:ph type="subTitle" idx="14"/>
          </p:nvPr>
        </p:nvSpPr>
        <p:spPr>
          <a:xfrm>
            <a:off x="4394153" y="4022120"/>
            <a:ext cx="5654000" cy="633822"/>
          </a:xfrm>
          <a:prstGeom prst="rect">
            <a:avLst/>
          </a:prstGeom>
        </p:spPr>
        <p:txBody>
          <a:bodyPr spcFirstLastPara="1" wrap="square" lIns="121901" tIns="121901" rIns="121901" bIns="121901" anchor="b" anchorCtr="0">
            <a:noAutofit/>
          </a:bodyPr>
          <a:lstStyle/>
          <a:p>
            <a:pPr marL="0" indent="0"/>
            <a:r>
              <a:rPr lang="en">
                <a:latin typeface="Segoe UI Variable Small Semibol" pitchFamily="2" charset="0"/>
              </a:rPr>
              <a:t>Xây dựng và huấn luyện mô hình</a:t>
            </a:r>
            <a:endParaRPr>
              <a:latin typeface="Segoe UI Variable Small Semibol" pitchFamily="2" charset="0"/>
            </a:endParaRPr>
          </a:p>
        </p:txBody>
      </p:sp>
      <p:sp>
        <p:nvSpPr>
          <p:cNvPr id="461" name="Google Shape;461;p35"/>
          <p:cNvSpPr txBox="1">
            <a:spLocks noGrp="1"/>
          </p:cNvSpPr>
          <p:nvPr>
            <p:ph type="subTitle" idx="15"/>
          </p:nvPr>
        </p:nvSpPr>
        <p:spPr>
          <a:xfrm>
            <a:off x="4394153" y="5107058"/>
            <a:ext cx="5654000" cy="633822"/>
          </a:xfrm>
          <a:prstGeom prst="rect">
            <a:avLst/>
          </a:prstGeom>
        </p:spPr>
        <p:txBody>
          <a:bodyPr spcFirstLastPara="1" wrap="square" lIns="121901" tIns="121901" rIns="121901" bIns="121901" anchor="b" anchorCtr="0">
            <a:noAutofit/>
          </a:bodyPr>
          <a:lstStyle/>
          <a:p>
            <a:pPr marL="0" indent="0"/>
            <a:r>
              <a:rPr lang="en">
                <a:latin typeface="Segoe UI Variable Small Semibol" pitchFamily="2" charset="0"/>
              </a:rPr>
              <a:t>Đánh giá mô hình và kết luận</a:t>
            </a:r>
            <a:endParaRPr>
              <a:latin typeface="Segoe UI Variable Small Semibol" pitchFamily="2"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0" name="Freeform 1"/>
          <p:cNvSpPr/>
          <p:nvPr/>
        </p:nvSpPr>
        <p:spPr>
          <a:xfrm>
            <a:off x="3209400" y="2164680"/>
            <a:ext cx="360" cy="360"/>
          </a:xfrm>
          <a:custGeom>
            <a:avLst/>
            <a:gdLst/>
            <a:ahLst/>
            <a:cxnLst/>
            <a:rect l="0" t="0" r="r" b="b"/>
            <a:pathLst>
              <a:path w="1" h="1">
                <a:moveTo>
                  <a:pt x="0" y="0"/>
                </a:moveTo>
                <a:lnTo>
                  <a:pt x="0" y="0"/>
                </a:lnTo>
              </a:path>
            </a:pathLst>
          </a:custGeom>
          <a:ln/>
        </p:spPr>
        <p:txBody>
          <a:bodyPr/>
          <a:lstStyle/>
          <a:p>
            <a:endParaRPr lang="en-US"/>
          </a:p>
        </p:txBody>
      </p:sp>
      <p:sp>
        <p:nvSpPr>
          <p:cNvPr id="311" name="TextShape 2"/>
          <p:cNvSpPr txBox="1"/>
          <p:nvPr/>
        </p:nvSpPr>
        <p:spPr>
          <a:xfrm>
            <a:off x="338880" y="1267307"/>
            <a:ext cx="11514240" cy="4908600"/>
          </a:xfrm>
          <a:prstGeom prst="rect">
            <a:avLst/>
          </a:prstGeom>
          <a:noFill/>
          <a:ln>
            <a:noFill/>
          </a:ln>
        </p:spPr>
        <p:txBody>
          <a:bodyPr lIns="90000" tIns="45000" rIns="90000" bIns="45000">
            <a:noAutofit/>
          </a:bodyPr>
          <a:lstStyle/>
          <a:p>
            <a:pPr marL="342900" indent="-342900">
              <a:lnSpc>
                <a:spcPct val="114000"/>
              </a:lnSpc>
              <a:buAutoNum type="arabicPeriod"/>
            </a:pPr>
            <a:r>
              <a:rPr lang="vi-VN" sz="2000" dirty="0">
                <a:latin typeface="+mj-lt"/>
                <a:ea typeface="Arial" panose="020B0604020202020204" pitchFamily="34" charset="0"/>
              </a:rPr>
              <a:t>Mô tả bài toán</a:t>
            </a:r>
          </a:p>
          <a:p>
            <a:pPr>
              <a:lnSpc>
                <a:spcPct val="114000"/>
              </a:lnSpc>
            </a:pPr>
            <a:r>
              <a:rPr lang="vi-VN" dirty="0"/>
              <a:t>Dự báo mưa là một phần quan trọng trong lĩnh vực khí tượng, giúp cung cấp thông tin cần thiết cho các hoạt động hàng ngày và phòng chống thiên </a:t>
            </a:r>
            <a:r>
              <a:rPr lang="vi-VN"/>
              <a:t>tai.</a:t>
            </a:r>
            <a:endParaRPr lang="en-US"/>
          </a:p>
          <a:p>
            <a:pPr>
              <a:lnSpc>
                <a:spcPct val="114000"/>
              </a:lnSpc>
            </a:pPr>
            <a:endParaRPr lang="en-US"/>
          </a:p>
          <a:p>
            <a:pPr>
              <a:lnSpc>
                <a:spcPct val="114000"/>
              </a:lnSpc>
            </a:pPr>
            <a:r>
              <a:rPr lang="en-US"/>
              <a:t>Đây cũng là nhu cầu thiết yếu trong cuộc sống con người, giúp con người có thể chủ động trong đời sống sinh hoạt, lên kế hoạch cho công việc.</a:t>
            </a:r>
            <a:endParaRPr lang="vi-VN" dirty="0"/>
          </a:p>
          <a:p>
            <a:pPr>
              <a:lnSpc>
                <a:spcPct val="114000"/>
              </a:lnSpc>
            </a:pPr>
            <a:endParaRPr lang="en-US" sz="1800" b="0" i="0" u="none" strike="noStrike">
              <a:solidFill>
                <a:srgbClr val="000000"/>
              </a:solidFill>
              <a:effectLst/>
              <a:latin typeface="Arial" panose="020B0604020202020204" pitchFamily="34" charset="0"/>
            </a:endParaRPr>
          </a:p>
          <a:p>
            <a:pPr>
              <a:lnSpc>
                <a:spcPct val="114000"/>
              </a:lnSpc>
            </a:pPr>
            <a:r>
              <a:rPr lang="vi-VN" sz="1800" b="0" i="0" u="none" strike="noStrike">
                <a:solidFill>
                  <a:srgbClr val="000000"/>
                </a:solidFill>
                <a:effectLst/>
                <a:latin typeface="Arial" panose="020B0604020202020204" pitchFamily="34" charset="0"/>
              </a:rPr>
              <a:t>Mô </a:t>
            </a:r>
            <a:r>
              <a:rPr lang="vi-VN" sz="1800" b="0" i="0" u="none" strike="noStrike" dirty="0">
                <a:solidFill>
                  <a:srgbClr val="000000"/>
                </a:solidFill>
                <a:effectLst/>
                <a:latin typeface="Arial" panose="020B0604020202020204" pitchFamily="34" charset="0"/>
              </a:rPr>
              <a:t>hình dự báo mưa sử dụng thuật toán K-Nearest Neighbors (KNN), dựa trên các yếu tố khí hậu như nhiệt độ, độ ẩm, tốc độ gió, và mức độ che phủ mây.</a:t>
            </a:r>
            <a:endParaRPr lang="en-US" dirty="0">
              <a:effectLst/>
              <a:latin typeface="Calibri" panose="020F0502020204030204" pitchFamily="34" charset="0"/>
              <a:ea typeface="Arial" panose="020B0604020202020204" pitchFamily="34" charset="0"/>
            </a:endParaRPr>
          </a:p>
        </p:txBody>
      </p:sp>
      <p:sp>
        <p:nvSpPr>
          <p:cNvPr id="3" name="TextBox 2">
            <a:extLst>
              <a:ext uri="{FF2B5EF4-FFF2-40B4-BE49-F238E27FC236}">
                <a16:creationId xmlns:a16="http://schemas.microsoft.com/office/drawing/2014/main" id="{F686E04C-B433-3FCB-0E20-3B7842BA2E48}"/>
              </a:ext>
            </a:extLst>
          </p:cNvPr>
          <p:cNvSpPr txBox="1"/>
          <p:nvPr/>
        </p:nvSpPr>
        <p:spPr>
          <a:xfrm>
            <a:off x="-1435511" y="115693"/>
            <a:ext cx="6096000" cy="489365"/>
          </a:xfrm>
          <a:prstGeom prst="rect">
            <a:avLst/>
          </a:prstGeom>
          <a:noFill/>
        </p:spPr>
        <p:txBody>
          <a:bodyPr wrap="square">
            <a:spAutoFit/>
          </a:bodyPr>
          <a:lstStyle/>
          <a:p>
            <a:pPr algn="ctr">
              <a:lnSpc>
                <a:spcPct val="114000"/>
              </a:lnSpc>
            </a:pPr>
            <a:r>
              <a:rPr lang="en-US" sz="2400" b="1" dirty="0">
                <a:solidFill>
                  <a:schemeClr val="bg1"/>
                </a:solidFill>
                <a:effectLst/>
                <a:latin typeface="Calibri" panose="020F0502020204030204" pitchFamily="34" charset="0"/>
                <a:ea typeface="Arial" panose="020B0604020202020204" pitchFamily="34" charset="0"/>
              </a:rPr>
              <a:t>TỔNG QUAN ĐỀ TÀI</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5" name="TextShape 1"/>
          <p:cNvSpPr txBox="1"/>
          <p:nvPr/>
        </p:nvSpPr>
        <p:spPr>
          <a:xfrm>
            <a:off x="338760" y="112680"/>
            <a:ext cx="11514240" cy="435600"/>
          </a:xfrm>
          <a:prstGeom prst="rect">
            <a:avLst/>
          </a:prstGeom>
          <a:noFill/>
          <a:ln>
            <a:noFill/>
          </a:ln>
        </p:spPr>
        <p:txBody>
          <a:bodyPr lIns="90000" tIns="45000" rIns="90000" bIns="45000">
            <a:noAutofit/>
          </a:bodyPr>
          <a:lstStyle/>
          <a:p>
            <a:endParaRPr lang="en-US" sz="1800" b="0" strike="noStrike" spc="-1">
              <a:solidFill>
                <a:srgbClr val="000000"/>
              </a:solidFill>
              <a:latin typeface="Calibri"/>
            </a:endParaRPr>
          </a:p>
        </p:txBody>
      </p:sp>
      <p:sp>
        <p:nvSpPr>
          <p:cNvPr id="316" name="TextShape 2"/>
          <p:cNvSpPr txBox="1"/>
          <p:nvPr/>
        </p:nvSpPr>
        <p:spPr>
          <a:xfrm>
            <a:off x="337680" y="1032480"/>
            <a:ext cx="11515320" cy="4938480"/>
          </a:xfrm>
          <a:prstGeom prst="rect">
            <a:avLst/>
          </a:prstGeom>
          <a:noFill/>
          <a:ln>
            <a:noFill/>
          </a:ln>
        </p:spPr>
        <p:txBody>
          <a:bodyPr lIns="90000" tIns="45000" rIns="90000" bIns="45000">
            <a:noAutofit/>
          </a:bodyPr>
          <a:lstStyle/>
          <a:p>
            <a:endParaRPr lang="en-US" sz="2800" b="0" strike="noStrike" spc="-1">
              <a:solidFill>
                <a:srgbClr val="000000"/>
              </a:solidFill>
              <a:latin typeface="Calibri"/>
            </a:endParaRPr>
          </a:p>
        </p:txBody>
      </p:sp>
      <p:sp>
        <p:nvSpPr>
          <p:cNvPr id="312" name="TextShape 1"/>
          <p:cNvSpPr txBox="1"/>
          <p:nvPr/>
        </p:nvSpPr>
        <p:spPr>
          <a:xfrm>
            <a:off x="337680" y="979923"/>
            <a:ext cx="11514240" cy="1541544"/>
          </a:xfrm>
          <a:prstGeom prst="rect">
            <a:avLst/>
          </a:prstGeom>
          <a:noFill/>
          <a:ln>
            <a:noFill/>
          </a:ln>
        </p:spPr>
        <p:txBody>
          <a:bodyPr lIns="90000" tIns="45000" rIns="90000" bIns="45000">
            <a:noAutofit/>
          </a:bodyPr>
          <a:lstStyle/>
          <a:p>
            <a:pPr algn="just" rtl="0"/>
            <a:r>
              <a:rPr lang="vi-VN" sz="1800" b="0" i="0" u="none" strike="noStrike" dirty="0">
                <a:solidFill>
                  <a:srgbClr val="000000"/>
                </a:solidFill>
                <a:effectLst/>
              </a:rPr>
              <a:t>Bộ dữ liệu có 12,539 dòng và 13 cột, bao gồm các thuộc tính liên quan đến thời tiết của Hà Nội qua nhiều năm.</a:t>
            </a:r>
            <a:endParaRPr lang="vi-VN" b="0" dirty="0">
              <a:effectLst/>
            </a:endParaRPr>
          </a:p>
          <a:p>
            <a:r>
              <a:rPr lang="vi-VN" sz="1800" b="0" i="0" u="none" strike="noStrike" dirty="0">
                <a:solidFill>
                  <a:srgbClr val="000000"/>
                </a:solidFill>
                <a:effectLst/>
              </a:rPr>
              <a:t>Các cột chứa thông tin về ngày (</a:t>
            </a:r>
            <a:r>
              <a:rPr lang="vi-VN" sz="1800" b="0" i="0" u="none" strike="noStrike" dirty="0">
                <a:solidFill>
                  <a:srgbClr val="188038"/>
                </a:solidFill>
                <a:effectLst/>
              </a:rPr>
              <a:t>datetime</a:t>
            </a:r>
            <a:r>
              <a:rPr lang="vi-VN" sz="1800" b="0" i="0" u="none" strike="noStrike" dirty="0">
                <a:solidFill>
                  <a:srgbClr val="000000"/>
                </a:solidFill>
                <a:effectLst/>
              </a:rPr>
              <a:t>), nhiệt độ cao nhất (</a:t>
            </a:r>
            <a:r>
              <a:rPr lang="vi-VN" sz="1800" b="0" i="0" u="none" strike="noStrike" dirty="0">
                <a:solidFill>
                  <a:srgbClr val="188038"/>
                </a:solidFill>
                <a:effectLst/>
              </a:rPr>
              <a:t>tempmax</a:t>
            </a:r>
            <a:r>
              <a:rPr lang="vi-VN" sz="1800" b="0" i="0" u="none" strike="noStrike" dirty="0">
                <a:solidFill>
                  <a:srgbClr val="000000"/>
                </a:solidFill>
                <a:effectLst/>
              </a:rPr>
              <a:t>), nhiệt độ thấp nhất (</a:t>
            </a:r>
            <a:r>
              <a:rPr lang="vi-VN" sz="1800" b="0" i="0" u="none" strike="noStrike" dirty="0">
                <a:solidFill>
                  <a:srgbClr val="188038"/>
                </a:solidFill>
                <a:effectLst/>
              </a:rPr>
              <a:t>tempmin</a:t>
            </a:r>
            <a:r>
              <a:rPr lang="vi-VN" sz="1800" b="0" i="0" u="none" strike="noStrike" dirty="0">
                <a:solidFill>
                  <a:srgbClr val="000000"/>
                </a:solidFill>
                <a:effectLst/>
              </a:rPr>
              <a:t>), nhiệt độ trung bình (</a:t>
            </a:r>
            <a:r>
              <a:rPr lang="vi-VN" sz="1800" b="0" i="0" u="none" strike="noStrike" dirty="0">
                <a:solidFill>
                  <a:srgbClr val="188038"/>
                </a:solidFill>
                <a:effectLst/>
              </a:rPr>
              <a:t>temp</a:t>
            </a:r>
            <a:r>
              <a:rPr lang="vi-VN" sz="1800" b="0" i="0" u="none" strike="noStrike" dirty="0">
                <a:solidFill>
                  <a:srgbClr val="000000"/>
                </a:solidFill>
                <a:effectLst/>
              </a:rPr>
              <a:t>), độ ẩm (</a:t>
            </a:r>
            <a:r>
              <a:rPr lang="vi-VN" sz="1800" b="0" i="0" u="none" strike="noStrike" dirty="0">
                <a:solidFill>
                  <a:srgbClr val="188038"/>
                </a:solidFill>
                <a:effectLst/>
              </a:rPr>
              <a:t>humidity</a:t>
            </a:r>
            <a:r>
              <a:rPr lang="vi-VN" sz="1800" b="0" i="0" u="none" strike="noStrike" dirty="0">
                <a:solidFill>
                  <a:srgbClr val="000000"/>
                </a:solidFill>
                <a:effectLst/>
              </a:rPr>
              <a:t>), lượng mưa (</a:t>
            </a:r>
            <a:r>
              <a:rPr lang="vi-VN" sz="1800" b="0" i="0" u="none" strike="noStrike" dirty="0">
                <a:solidFill>
                  <a:srgbClr val="188038"/>
                </a:solidFill>
                <a:effectLst/>
              </a:rPr>
              <a:t>precip</a:t>
            </a:r>
            <a:r>
              <a:rPr lang="vi-VN" sz="1800" b="0" i="0" u="none" strike="noStrike" dirty="0">
                <a:solidFill>
                  <a:srgbClr val="000000"/>
                </a:solidFill>
                <a:effectLst/>
              </a:rPr>
              <a:t>), xác suất mưa (</a:t>
            </a:r>
            <a:r>
              <a:rPr lang="vi-VN" sz="1800" b="0" i="0" u="none" strike="noStrike" dirty="0">
                <a:solidFill>
                  <a:srgbClr val="188038"/>
                </a:solidFill>
                <a:effectLst/>
              </a:rPr>
              <a:t>precipprob</a:t>
            </a:r>
            <a:r>
              <a:rPr lang="vi-VN" sz="1800" b="0" i="0" u="none" strike="noStrike" dirty="0">
                <a:solidFill>
                  <a:srgbClr val="000000"/>
                </a:solidFill>
                <a:effectLst/>
              </a:rPr>
              <a:t>), loại mưa (</a:t>
            </a:r>
            <a:r>
              <a:rPr lang="vi-VN" sz="1800" b="0" i="0" u="none" strike="noStrike" dirty="0">
                <a:solidFill>
                  <a:srgbClr val="188038"/>
                </a:solidFill>
                <a:effectLst/>
              </a:rPr>
              <a:t>preciptype</a:t>
            </a:r>
            <a:r>
              <a:rPr lang="vi-VN" sz="1800" b="0" i="0" u="none" strike="noStrike" dirty="0">
                <a:solidFill>
                  <a:srgbClr val="000000"/>
                </a:solidFill>
                <a:effectLst/>
              </a:rPr>
              <a:t>), tốc độ gió (</a:t>
            </a:r>
            <a:r>
              <a:rPr lang="vi-VN" sz="1800" b="0" i="0" u="none" strike="noStrike" dirty="0">
                <a:solidFill>
                  <a:srgbClr val="188038"/>
                </a:solidFill>
                <a:effectLst/>
              </a:rPr>
              <a:t>windspeed</a:t>
            </a:r>
            <a:r>
              <a:rPr lang="vi-VN" sz="1800" b="0" i="0" u="none" strike="noStrike" dirty="0">
                <a:solidFill>
                  <a:srgbClr val="000000"/>
                </a:solidFill>
                <a:effectLst/>
              </a:rPr>
              <a:t>), hướng gió (</a:t>
            </a:r>
            <a:r>
              <a:rPr lang="vi-VN" sz="1800" b="0" i="0" u="none" strike="noStrike" dirty="0">
                <a:solidFill>
                  <a:srgbClr val="188038"/>
                </a:solidFill>
                <a:effectLst/>
              </a:rPr>
              <a:t>winddir</a:t>
            </a:r>
            <a:r>
              <a:rPr lang="vi-VN" sz="1800" b="0" i="0" u="none" strike="noStrike" dirty="0">
                <a:solidFill>
                  <a:srgbClr val="000000"/>
                </a:solidFill>
                <a:effectLst/>
              </a:rPr>
              <a:t>), độ che phủ mây (</a:t>
            </a:r>
            <a:r>
              <a:rPr lang="vi-VN" sz="1800" b="0" i="0" u="none" strike="noStrike" dirty="0">
                <a:solidFill>
                  <a:srgbClr val="188038"/>
                </a:solidFill>
                <a:effectLst/>
              </a:rPr>
              <a:t>cloudcover</a:t>
            </a:r>
            <a:r>
              <a:rPr lang="vi-VN" sz="1800" b="0" i="0" u="none" strike="noStrike" dirty="0">
                <a:solidFill>
                  <a:srgbClr val="000000"/>
                </a:solidFill>
                <a:effectLst/>
              </a:rPr>
              <a:t>), áp suất khí quyển ở mực nước biển (</a:t>
            </a:r>
            <a:r>
              <a:rPr lang="vi-VN" sz="1800" b="0" i="0" u="none" strike="noStrike" dirty="0">
                <a:solidFill>
                  <a:srgbClr val="188038"/>
                </a:solidFill>
                <a:effectLst/>
              </a:rPr>
              <a:t>sealevelpressure</a:t>
            </a:r>
            <a:r>
              <a:rPr lang="vi-VN" sz="1800" b="0" i="0" u="none" strike="noStrike" dirty="0">
                <a:solidFill>
                  <a:srgbClr val="000000"/>
                </a:solidFill>
                <a:effectLst/>
              </a:rPr>
              <a:t>), và điều kiện thời tiết (</a:t>
            </a:r>
            <a:r>
              <a:rPr lang="vi-VN" sz="1800" b="0" i="0" u="none" strike="noStrike" dirty="0">
                <a:solidFill>
                  <a:srgbClr val="188038"/>
                </a:solidFill>
                <a:effectLst/>
              </a:rPr>
              <a:t>conditions</a:t>
            </a:r>
            <a:r>
              <a:rPr lang="vi-VN" sz="1800" b="0" i="0" u="none" strike="noStrike" dirty="0">
                <a:solidFill>
                  <a:srgbClr val="000000"/>
                </a:solidFill>
                <a:effectLst/>
              </a:rPr>
              <a:t>).</a:t>
            </a:r>
            <a:endParaRPr lang="en-US" sz="2800" b="0" strike="noStrike" spc="-1" dirty="0">
              <a:solidFill>
                <a:srgbClr val="000000"/>
              </a:solidFill>
            </a:endParaRPr>
          </a:p>
        </p:txBody>
      </p:sp>
      <p:sp>
        <p:nvSpPr>
          <p:cNvPr id="313" name="TextShape 2"/>
          <p:cNvSpPr txBox="1"/>
          <p:nvPr/>
        </p:nvSpPr>
        <p:spPr>
          <a:xfrm>
            <a:off x="338760" y="112680"/>
            <a:ext cx="11514240" cy="435600"/>
          </a:xfrm>
          <a:prstGeom prst="rect">
            <a:avLst/>
          </a:prstGeom>
          <a:noFill/>
          <a:ln>
            <a:noFill/>
          </a:ln>
        </p:spPr>
        <p:txBody>
          <a:bodyPr lIns="90000" tIns="45000" rIns="90000" bIns="45000">
            <a:noAutofit/>
          </a:bodyPr>
          <a:lstStyle/>
          <a:p>
            <a:r>
              <a:rPr lang="en-US" sz="2400" b="1" i="0" u="none" strike="noStrike" dirty="0">
                <a:solidFill>
                  <a:schemeClr val="bg1"/>
                </a:solidFill>
                <a:effectLst/>
                <a:latin typeface="Arial" panose="020B0604020202020204" pitchFamily="34" charset="0"/>
              </a:rPr>
              <a:t>Thu </a:t>
            </a:r>
            <a:r>
              <a:rPr lang="en-US" sz="2400" b="1" i="0" u="none" strike="noStrike" dirty="0" err="1">
                <a:solidFill>
                  <a:schemeClr val="bg1"/>
                </a:solidFill>
                <a:effectLst/>
                <a:latin typeface="Arial" panose="020B0604020202020204" pitchFamily="34" charset="0"/>
              </a:rPr>
              <a:t>thập</a:t>
            </a:r>
            <a:r>
              <a:rPr lang="en-US" sz="2400" b="1" i="0" u="none" strike="noStrike" dirty="0">
                <a:solidFill>
                  <a:schemeClr val="bg1"/>
                </a:solidFill>
                <a:effectLst/>
                <a:latin typeface="Arial" panose="020B0604020202020204" pitchFamily="34" charset="0"/>
              </a:rPr>
              <a:t> </a:t>
            </a:r>
            <a:r>
              <a:rPr lang="en-US" sz="2400" b="1" i="0" u="none" strike="noStrike" dirty="0" err="1">
                <a:solidFill>
                  <a:schemeClr val="bg1"/>
                </a:solidFill>
                <a:effectLst/>
                <a:latin typeface="Arial" panose="020B0604020202020204" pitchFamily="34" charset="0"/>
              </a:rPr>
              <a:t>dữ</a:t>
            </a:r>
            <a:r>
              <a:rPr lang="en-US" sz="2400" b="1" i="0" u="none" strike="noStrike" dirty="0">
                <a:solidFill>
                  <a:schemeClr val="bg1"/>
                </a:solidFill>
                <a:effectLst/>
                <a:latin typeface="Arial" panose="020B0604020202020204" pitchFamily="34" charset="0"/>
              </a:rPr>
              <a:t> </a:t>
            </a:r>
            <a:r>
              <a:rPr lang="en-US" sz="2400" b="1" i="0" u="none" strike="noStrike" dirty="0" err="1">
                <a:solidFill>
                  <a:schemeClr val="bg1"/>
                </a:solidFill>
                <a:effectLst/>
                <a:latin typeface="Arial" panose="020B0604020202020204" pitchFamily="34" charset="0"/>
              </a:rPr>
              <a:t>liệu</a:t>
            </a:r>
            <a:endParaRPr lang="en-US" sz="2400" b="1" dirty="0">
              <a:solidFill>
                <a:schemeClr val="bg1"/>
              </a:solidFill>
              <a:effectLst/>
            </a:endParaRPr>
          </a:p>
          <a:p>
            <a:endParaRPr lang="en-US" sz="2400" b="0" strike="noStrike" spc="-1" dirty="0">
              <a:solidFill>
                <a:schemeClr val="bg1"/>
              </a:solidFill>
              <a:latin typeface="Calibri"/>
            </a:endParaRPr>
          </a:p>
        </p:txBody>
      </p:sp>
      <p:pic>
        <p:nvPicPr>
          <p:cNvPr id="1026" name="Picture 2">
            <a:extLst>
              <a:ext uri="{FF2B5EF4-FFF2-40B4-BE49-F238E27FC236}">
                <a16:creationId xmlns:a16="http://schemas.microsoft.com/office/drawing/2014/main" id="{D1F47206-1881-7F6D-B9B2-98E5BE91CEB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7986" y="2730495"/>
            <a:ext cx="3905250" cy="3305175"/>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4">
            <a:extLst>
              <a:ext uri="{FF2B5EF4-FFF2-40B4-BE49-F238E27FC236}">
                <a16:creationId xmlns:a16="http://schemas.microsoft.com/office/drawing/2014/main" id="{C6603ADB-C3C4-6F5F-53AE-87A22B39BF6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23542" y="2763567"/>
            <a:ext cx="4295775" cy="32956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B8B822-0061-0971-FB1D-D48E15648563}"/>
            </a:ext>
          </a:extLst>
        </p:cNvPr>
        <p:cNvGrpSpPr/>
        <p:nvPr/>
      </p:nvGrpSpPr>
      <p:grpSpPr>
        <a:xfrm>
          <a:off x="0" y="0"/>
          <a:ext cx="0" cy="0"/>
          <a:chOff x="0" y="0"/>
          <a:chExt cx="0" cy="0"/>
        </a:xfrm>
      </p:grpSpPr>
      <p:sp>
        <p:nvSpPr>
          <p:cNvPr id="315" name="TextShape 1">
            <a:extLst>
              <a:ext uri="{FF2B5EF4-FFF2-40B4-BE49-F238E27FC236}">
                <a16:creationId xmlns:a16="http://schemas.microsoft.com/office/drawing/2014/main" id="{CCFE2215-E022-21A6-884E-758B827B7EE8}"/>
              </a:ext>
            </a:extLst>
          </p:cNvPr>
          <p:cNvSpPr txBox="1"/>
          <p:nvPr/>
        </p:nvSpPr>
        <p:spPr>
          <a:xfrm>
            <a:off x="319096" y="171673"/>
            <a:ext cx="11514240" cy="435600"/>
          </a:xfrm>
          <a:prstGeom prst="rect">
            <a:avLst/>
          </a:prstGeom>
          <a:noFill/>
          <a:ln>
            <a:noFill/>
          </a:ln>
        </p:spPr>
        <p:txBody>
          <a:bodyPr lIns="90000" tIns="45000" rIns="90000" bIns="45000">
            <a:noAutofit/>
          </a:bodyPr>
          <a:lstStyle/>
          <a:p>
            <a:endParaRPr lang="en-US" sz="1800" b="0" strike="noStrike" spc="-1">
              <a:solidFill>
                <a:srgbClr val="000000"/>
              </a:solidFill>
              <a:latin typeface="Calibri"/>
            </a:endParaRPr>
          </a:p>
        </p:txBody>
      </p:sp>
      <p:sp>
        <p:nvSpPr>
          <p:cNvPr id="316" name="TextShape 2">
            <a:extLst>
              <a:ext uri="{FF2B5EF4-FFF2-40B4-BE49-F238E27FC236}">
                <a16:creationId xmlns:a16="http://schemas.microsoft.com/office/drawing/2014/main" id="{5139B1C3-85FD-F28D-B1AA-C0EED71ECA1B}"/>
              </a:ext>
            </a:extLst>
          </p:cNvPr>
          <p:cNvSpPr txBox="1"/>
          <p:nvPr/>
        </p:nvSpPr>
        <p:spPr>
          <a:xfrm>
            <a:off x="358664" y="2821904"/>
            <a:ext cx="6587805" cy="1601815"/>
          </a:xfrm>
          <a:prstGeom prst="rect">
            <a:avLst/>
          </a:prstGeom>
          <a:noFill/>
          <a:ln>
            <a:noFill/>
          </a:ln>
        </p:spPr>
        <p:txBody>
          <a:bodyPr lIns="90000" tIns="45000" rIns="90000" bIns="45000">
            <a:noAutofit/>
          </a:bodyPr>
          <a:lstStyle/>
          <a:p>
            <a:pPr marL="285750" indent="-285750">
              <a:buFont typeface="Arial" panose="020B0604020202020204" pitchFamily="34" charset="0"/>
              <a:buChar char="•"/>
            </a:pPr>
            <a:endParaRPr lang="vi-VN" b="0" strike="noStrike" spc="-1" dirty="0">
              <a:solidFill>
                <a:srgbClr val="000000"/>
              </a:solidFill>
              <a:latin typeface="+mj-lt"/>
            </a:endParaRPr>
          </a:p>
          <a:p>
            <a:pPr marL="285750" indent="-285750">
              <a:buFont typeface="Arial" panose="020B0604020202020204" pitchFamily="34" charset="0"/>
              <a:buChar char="•"/>
            </a:pPr>
            <a:endParaRPr lang="vi-VN" spc="-1" dirty="0">
              <a:solidFill>
                <a:srgbClr val="000000"/>
              </a:solidFill>
              <a:latin typeface="+mj-lt"/>
            </a:endParaRPr>
          </a:p>
          <a:p>
            <a:pPr marL="285750" indent="-285750">
              <a:buFont typeface="Arial" panose="020B0604020202020204" pitchFamily="34" charset="0"/>
              <a:buChar char="•"/>
            </a:pPr>
            <a:endParaRPr lang="en-US" b="0" strike="noStrike" spc="-1" dirty="0">
              <a:solidFill>
                <a:srgbClr val="000000"/>
              </a:solidFill>
              <a:latin typeface="+mj-lt"/>
            </a:endParaRPr>
          </a:p>
        </p:txBody>
      </p:sp>
      <p:sp>
        <p:nvSpPr>
          <p:cNvPr id="313" name="TextShape 2">
            <a:extLst>
              <a:ext uri="{FF2B5EF4-FFF2-40B4-BE49-F238E27FC236}">
                <a16:creationId xmlns:a16="http://schemas.microsoft.com/office/drawing/2014/main" id="{21A6539E-6675-90D7-0454-56B14EB0D425}"/>
              </a:ext>
            </a:extLst>
          </p:cNvPr>
          <p:cNvSpPr txBox="1"/>
          <p:nvPr/>
        </p:nvSpPr>
        <p:spPr>
          <a:xfrm>
            <a:off x="319096" y="171673"/>
            <a:ext cx="11514240" cy="435600"/>
          </a:xfrm>
          <a:prstGeom prst="rect">
            <a:avLst/>
          </a:prstGeom>
          <a:noFill/>
          <a:ln>
            <a:noFill/>
          </a:ln>
        </p:spPr>
        <p:txBody>
          <a:bodyPr lIns="90000" tIns="45000" rIns="90000" bIns="45000">
            <a:noAutofit/>
          </a:bodyPr>
          <a:lstStyle/>
          <a:p>
            <a:pPr rtl="0">
              <a:spcBef>
                <a:spcPts val="2000"/>
              </a:spcBef>
              <a:spcAft>
                <a:spcPts val="600"/>
              </a:spcAft>
            </a:pPr>
            <a:r>
              <a:rPr lang="en-US" sz="2400" b="1" i="0" u="none" strike="noStrike" dirty="0" err="1">
                <a:solidFill>
                  <a:schemeClr val="bg1"/>
                </a:solidFill>
                <a:effectLst/>
                <a:latin typeface="Arial" panose="020B0604020202020204" pitchFamily="34" charset="0"/>
              </a:rPr>
              <a:t>Tiền</a:t>
            </a:r>
            <a:r>
              <a:rPr lang="en-US" sz="2400" b="1" i="0" u="none" strike="noStrike" dirty="0">
                <a:solidFill>
                  <a:schemeClr val="bg1"/>
                </a:solidFill>
                <a:effectLst/>
                <a:latin typeface="Arial" panose="020B0604020202020204" pitchFamily="34" charset="0"/>
              </a:rPr>
              <a:t> </a:t>
            </a:r>
            <a:r>
              <a:rPr lang="en-US" sz="2400" b="1" i="0" u="none" strike="noStrike" dirty="0" err="1">
                <a:solidFill>
                  <a:schemeClr val="bg1"/>
                </a:solidFill>
                <a:effectLst/>
                <a:latin typeface="Arial" panose="020B0604020202020204" pitchFamily="34" charset="0"/>
              </a:rPr>
              <a:t>xử</a:t>
            </a:r>
            <a:r>
              <a:rPr lang="en-US" sz="2400" b="1" i="0" u="none" strike="noStrike" dirty="0">
                <a:solidFill>
                  <a:schemeClr val="bg1"/>
                </a:solidFill>
                <a:effectLst/>
                <a:latin typeface="Arial" panose="020B0604020202020204" pitchFamily="34" charset="0"/>
              </a:rPr>
              <a:t> </a:t>
            </a:r>
            <a:r>
              <a:rPr lang="en-US" sz="2400" b="1" i="0" u="none" strike="noStrike" dirty="0" err="1">
                <a:solidFill>
                  <a:schemeClr val="bg1"/>
                </a:solidFill>
                <a:effectLst/>
                <a:latin typeface="Arial" panose="020B0604020202020204" pitchFamily="34" charset="0"/>
              </a:rPr>
              <a:t>lý</a:t>
            </a:r>
            <a:r>
              <a:rPr lang="en-US" sz="2400" b="1" i="0" u="none" strike="noStrike" dirty="0">
                <a:solidFill>
                  <a:schemeClr val="bg1"/>
                </a:solidFill>
                <a:effectLst/>
                <a:latin typeface="Arial" panose="020B0604020202020204" pitchFamily="34" charset="0"/>
              </a:rPr>
              <a:t> </a:t>
            </a:r>
            <a:r>
              <a:rPr lang="en-US" sz="2400" b="1" i="0" u="none" strike="noStrike" dirty="0" err="1">
                <a:solidFill>
                  <a:schemeClr val="bg1"/>
                </a:solidFill>
                <a:effectLst/>
                <a:latin typeface="Arial" panose="020B0604020202020204" pitchFamily="34" charset="0"/>
              </a:rPr>
              <a:t>dữ</a:t>
            </a:r>
            <a:r>
              <a:rPr lang="en-US" sz="2400" b="1" i="0" u="none" strike="noStrike" dirty="0">
                <a:solidFill>
                  <a:schemeClr val="bg1"/>
                </a:solidFill>
                <a:effectLst/>
                <a:latin typeface="Arial" panose="020B0604020202020204" pitchFamily="34" charset="0"/>
              </a:rPr>
              <a:t> </a:t>
            </a:r>
            <a:r>
              <a:rPr lang="en-US" sz="2400" b="1" i="0" u="none" strike="noStrike" dirty="0" err="1">
                <a:solidFill>
                  <a:schemeClr val="bg1"/>
                </a:solidFill>
                <a:effectLst/>
                <a:latin typeface="Arial" panose="020B0604020202020204" pitchFamily="34" charset="0"/>
              </a:rPr>
              <a:t>liệu</a:t>
            </a:r>
            <a:endParaRPr lang="en-US" sz="2400" b="1" dirty="0">
              <a:solidFill>
                <a:schemeClr val="bg1"/>
              </a:solidFill>
              <a:effectLst/>
            </a:endParaRPr>
          </a:p>
        </p:txBody>
      </p:sp>
      <p:sp>
        <p:nvSpPr>
          <p:cNvPr id="3" name="TextBox 2">
            <a:extLst>
              <a:ext uri="{FF2B5EF4-FFF2-40B4-BE49-F238E27FC236}">
                <a16:creationId xmlns:a16="http://schemas.microsoft.com/office/drawing/2014/main" id="{6B0FEBFB-8D10-25AF-C7A3-4E3434433CB6}"/>
              </a:ext>
            </a:extLst>
          </p:cNvPr>
          <p:cNvSpPr txBox="1"/>
          <p:nvPr/>
        </p:nvSpPr>
        <p:spPr>
          <a:xfrm>
            <a:off x="675042" y="1621575"/>
            <a:ext cx="6271427" cy="1600438"/>
          </a:xfrm>
          <a:prstGeom prst="rect">
            <a:avLst/>
          </a:prstGeom>
          <a:noFill/>
        </p:spPr>
        <p:txBody>
          <a:bodyPr wrap="square">
            <a:spAutoFit/>
          </a:bodyPr>
          <a:lstStyle/>
          <a:p>
            <a:r>
              <a:rPr lang="vi-VN" sz="2000" dirty="0">
                <a:solidFill>
                  <a:srgbClr val="000000"/>
                </a:solidFill>
                <a:effectLst/>
                <a:latin typeface="Arial" panose="020B0604020202020204" pitchFamily="34" charset="0"/>
              </a:rPr>
              <a:t>1. </a:t>
            </a:r>
            <a:r>
              <a:rPr lang="en-US" sz="2000" dirty="0" err="1">
                <a:solidFill>
                  <a:srgbClr val="000000"/>
                </a:solidFill>
                <a:effectLst/>
                <a:latin typeface="Arial" panose="020B0604020202020204" pitchFamily="34" charset="0"/>
              </a:rPr>
              <a:t>Làm</a:t>
            </a:r>
            <a:r>
              <a:rPr lang="en-US" sz="2000" dirty="0">
                <a:solidFill>
                  <a:srgbClr val="000000"/>
                </a:solidFill>
                <a:effectLst/>
                <a:latin typeface="Arial" panose="020B0604020202020204" pitchFamily="34" charset="0"/>
              </a:rPr>
              <a:t> </a:t>
            </a:r>
            <a:r>
              <a:rPr lang="en-US" sz="2000" dirty="0" err="1">
                <a:solidFill>
                  <a:srgbClr val="000000"/>
                </a:solidFill>
                <a:effectLst/>
                <a:latin typeface="Arial" panose="020B0604020202020204" pitchFamily="34" charset="0"/>
              </a:rPr>
              <a:t>đẹp</a:t>
            </a:r>
            <a:r>
              <a:rPr lang="en-US" sz="2000" dirty="0">
                <a:solidFill>
                  <a:srgbClr val="000000"/>
                </a:solidFill>
                <a:effectLst/>
                <a:latin typeface="Arial" panose="020B0604020202020204" pitchFamily="34" charset="0"/>
              </a:rPr>
              <a:t> </a:t>
            </a:r>
            <a:r>
              <a:rPr lang="en-US" sz="2000" dirty="0" err="1">
                <a:solidFill>
                  <a:srgbClr val="000000"/>
                </a:solidFill>
                <a:effectLst/>
                <a:latin typeface="Arial" panose="020B0604020202020204" pitchFamily="34" charset="0"/>
              </a:rPr>
              <a:t>dữ</a:t>
            </a:r>
            <a:r>
              <a:rPr lang="en-US" sz="2000" dirty="0">
                <a:solidFill>
                  <a:srgbClr val="000000"/>
                </a:solidFill>
                <a:effectLst/>
                <a:latin typeface="Arial" panose="020B0604020202020204" pitchFamily="34" charset="0"/>
              </a:rPr>
              <a:t> </a:t>
            </a:r>
            <a:r>
              <a:rPr lang="vi-VN" sz="2000" dirty="0">
                <a:solidFill>
                  <a:srgbClr val="000000"/>
                </a:solidFill>
                <a:effectLst/>
                <a:latin typeface="Arial" panose="020B0604020202020204" pitchFamily="34" charset="0"/>
              </a:rPr>
              <a:t>liệu: loại bỏ các hàng thiếu dữ liệu và trùng lặp</a:t>
            </a:r>
          </a:p>
          <a:p>
            <a:r>
              <a:rPr lang="vi-VN" sz="2000" dirty="0"/>
              <a:t>2. Chuẩn hóa: chuyển đổi đối với các biến không có thứ tự</a:t>
            </a:r>
            <a:endParaRPr lang="en-US" sz="2000" dirty="0"/>
          </a:p>
          <a:p>
            <a:pPr marL="285750" indent="-285750">
              <a:buFont typeface="Arial" panose="020B0604020202020204" pitchFamily="34" charset="0"/>
              <a:buChar char="•"/>
            </a:pPr>
            <a:endParaRPr lang="en-US" dirty="0"/>
          </a:p>
        </p:txBody>
      </p:sp>
      <p:pic>
        <p:nvPicPr>
          <p:cNvPr id="13" name="Picture 12">
            <a:extLst>
              <a:ext uri="{FF2B5EF4-FFF2-40B4-BE49-F238E27FC236}">
                <a16:creationId xmlns:a16="http://schemas.microsoft.com/office/drawing/2014/main" id="{F44EA577-9B22-9032-B820-518A5769EBEF}"/>
              </a:ext>
            </a:extLst>
          </p:cNvPr>
          <p:cNvPicPr>
            <a:picLocks noChangeAspect="1"/>
          </p:cNvPicPr>
          <p:nvPr/>
        </p:nvPicPr>
        <p:blipFill>
          <a:blip r:embed="rId2"/>
          <a:srcRect t="11143"/>
          <a:stretch/>
        </p:blipFill>
        <p:spPr>
          <a:xfrm>
            <a:off x="7290637" y="1621575"/>
            <a:ext cx="4542699" cy="4100609"/>
          </a:xfrm>
          <a:prstGeom prst="rect">
            <a:avLst/>
          </a:prstGeom>
        </p:spPr>
      </p:pic>
      <p:sp>
        <p:nvSpPr>
          <p:cNvPr id="15" name="TextBox 14">
            <a:extLst>
              <a:ext uri="{FF2B5EF4-FFF2-40B4-BE49-F238E27FC236}">
                <a16:creationId xmlns:a16="http://schemas.microsoft.com/office/drawing/2014/main" id="{A58C3703-28F4-22BE-91A3-34E5D2F56A2C}"/>
              </a:ext>
            </a:extLst>
          </p:cNvPr>
          <p:cNvSpPr txBox="1"/>
          <p:nvPr/>
        </p:nvSpPr>
        <p:spPr>
          <a:xfrm>
            <a:off x="640648" y="3002834"/>
            <a:ext cx="6554820" cy="1200329"/>
          </a:xfrm>
          <a:prstGeom prst="rect">
            <a:avLst/>
          </a:prstGeom>
          <a:noFill/>
        </p:spPr>
        <p:txBody>
          <a:bodyPr wrap="square">
            <a:spAutoFit/>
          </a:bodyPr>
          <a:lstStyle/>
          <a:p>
            <a:pPr marL="285750" indent="-285750">
              <a:buFont typeface="Arial" panose="020B0604020202020204" pitchFamily="34" charset="0"/>
              <a:buChar char="•"/>
            </a:pPr>
            <a:r>
              <a:rPr lang="vi-VN" dirty="0">
                <a:solidFill>
                  <a:srgbClr val="000000"/>
                </a:solidFill>
                <a:effectLst/>
                <a:latin typeface="+mj-lt"/>
              </a:rPr>
              <a:t>Tập dữ liệu sau khi xử lý hiện tại có 12.419 hàng và 13 cột. </a:t>
            </a:r>
          </a:p>
          <a:p>
            <a:pPr marL="285750" indent="-285750">
              <a:buFont typeface="Arial" panose="020B0604020202020204" pitchFamily="34" charset="0"/>
              <a:buChar char="•"/>
            </a:pPr>
            <a:r>
              <a:rPr lang="vi-VN" dirty="0">
                <a:solidFill>
                  <a:srgbClr val="000000"/>
                </a:solidFill>
                <a:effectLst/>
                <a:latin typeface="+mj-lt"/>
              </a:rPr>
              <a:t>Các cột trong tập dữ liệu bao gồm các biến số (như nhiệt độ, độ ẩm) và biến phân loại (như điều kiện thời tiết). Điều này cho phép chúng ta thực hiện các phân tích khác nhau</a:t>
            </a:r>
          </a:p>
        </p:txBody>
      </p:sp>
    </p:spTree>
    <p:extLst>
      <p:ext uri="{BB962C8B-B14F-4D97-AF65-F5344CB8AC3E}">
        <p14:creationId xmlns:p14="http://schemas.microsoft.com/office/powerpoint/2010/main" val="12280625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D51DF7-7E89-AEEC-3ECB-89CB0EA1F847}"/>
            </a:ext>
          </a:extLst>
        </p:cNvPr>
        <p:cNvGrpSpPr/>
        <p:nvPr/>
      </p:nvGrpSpPr>
      <p:grpSpPr>
        <a:xfrm>
          <a:off x="0" y="0"/>
          <a:ext cx="0" cy="0"/>
          <a:chOff x="0" y="0"/>
          <a:chExt cx="0" cy="0"/>
        </a:xfrm>
      </p:grpSpPr>
      <p:sp>
        <p:nvSpPr>
          <p:cNvPr id="315" name="TextShape 1">
            <a:extLst>
              <a:ext uri="{FF2B5EF4-FFF2-40B4-BE49-F238E27FC236}">
                <a16:creationId xmlns:a16="http://schemas.microsoft.com/office/drawing/2014/main" id="{A6A10128-08BF-F1AD-3DA9-6F6A091DD608}"/>
              </a:ext>
            </a:extLst>
          </p:cNvPr>
          <p:cNvSpPr txBox="1"/>
          <p:nvPr/>
        </p:nvSpPr>
        <p:spPr>
          <a:xfrm>
            <a:off x="319096" y="171673"/>
            <a:ext cx="11514240" cy="435600"/>
          </a:xfrm>
          <a:prstGeom prst="rect">
            <a:avLst/>
          </a:prstGeom>
          <a:noFill/>
          <a:ln>
            <a:noFill/>
          </a:ln>
        </p:spPr>
        <p:txBody>
          <a:bodyPr lIns="90000" tIns="45000" rIns="90000" bIns="45000">
            <a:noAutofit/>
          </a:bodyPr>
          <a:lstStyle/>
          <a:p>
            <a:endParaRPr lang="en-US" sz="1800" b="0" strike="noStrike" spc="-1">
              <a:solidFill>
                <a:srgbClr val="000000"/>
              </a:solidFill>
              <a:latin typeface="Calibri"/>
            </a:endParaRPr>
          </a:p>
        </p:txBody>
      </p:sp>
      <p:sp>
        <p:nvSpPr>
          <p:cNvPr id="316" name="TextShape 2">
            <a:extLst>
              <a:ext uri="{FF2B5EF4-FFF2-40B4-BE49-F238E27FC236}">
                <a16:creationId xmlns:a16="http://schemas.microsoft.com/office/drawing/2014/main" id="{A2654CBE-8559-5A87-4D6E-330E3FBC4741}"/>
              </a:ext>
            </a:extLst>
          </p:cNvPr>
          <p:cNvSpPr txBox="1"/>
          <p:nvPr/>
        </p:nvSpPr>
        <p:spPr>
          <a:xfrm>
            <a:off x="358664" y="1919520"/>
            <a:ext cx="6587805" cy="4938480"/>
          </a:xfrm>
          <a:prstGeom prst="rect">
            <a:avLst/>
          </a:prstGeom>
          <a:noFill/>
          <a:ln>
            <a:noFill/>
          </a:ln>
        </p:spPr>
        <p:txBody>
          <a:bodyPr lIns="90000" tIns="45000" rIns="90000" bIns="45000">
            <a:noAutofit/>
          </a:bodyPr>
          <a:lstStyle/>
          <a:p>
            <a:pPr marL="285750" indent="-285750">
              <a:buFont typeface="Arial" panose="020B0604020202020204" pitchFamily="34" charset="0"/>
              <a:buChar char="•"/>
            </a:pPr>
            <a:endParaRPr lang="vi-VN" b="0" strike="noStrike" spc="-1" dirty="0">
              <a:solidFill>
                <a:srgbClr val="000000"/>
              </a:solidFill>
              <a:latin typeface="+mj-lt"/>
            </a:endParaRPr>
          </a:p>
          <a:p>
            <a:pPr marL="285750" indent="-285750">
              <a:buFont typeface="Arial" panose="020B0604020202020204" pitchFamily="34" charset="0"/>
              <a:buChar char="•"/>
            </a:pPr>
            <a:endParaRPr lang="vi-VN" spc="-1" dirty="0">
              <a:solidFill>
                <a:srgbClr val="000000"/>
              </a:solidFill>
              <a:latin typeface="+mj-lt"/>
            </a:endParaRPr>
          </a:p>
          <a:p>
            <a:pPr marL="285750" indent="-285750">
              <a:buFont typeface="Arial" panose="020B0604020202020204" pitchFamily="34" charset="0"/>
              <a:buChar char="•"/>
            </a:pPr>
            <a:endParaRPr lang="en-US" b="0" strike="noStrike" spc="-1" dirty="0">
              <a:solidFill>
                <a:srgbClr val="000000"/>
              </a:solidFill>
              <a:latin typeface="+mj-lt"/>
            </a:endParaRPr>
          </a:p>
        </p:txBody>
      </p:sp>
      <p:sp>
        <p:nvSpPr>
          <p:cNvPr id="313" name="TextShape 2">
            <a:extLst>
              <a:ext uri="{FF2B5EF4-FFF2-40B4-BE49-F238E27FC236}">
                <a16:creationId xmlns:a16="http://schemas.microsoft.com/office/drawing/2014/main" id="{1E61CEBC-E68F-4130-0661-91354F9E4EED}"/>
              </a:ext>
            </a:extLst>
          </p:cNvPr>
          <p:cNvSpPr txBox="1"/>
          <p:nvPr/>
        </p:nvSpPr>
        <p:spPr>
          <a:xfrm>
            <a:off x="319096" y="171673"/>
            <a:ext cx="11514240" cy="435600"/>
          </a:xfrm>
          <a:prstGeom prst="rect">
            <a:avLst/>
          </a:prstGeom>
          <a:noFill/>
          <a:ln>
            <a:noFill/>
          </a:ln>
        </p:spPr>
        <p:txBody>
          <a:bodyPr lIns="90000" tIns="45000" rIns="90000" bIns="45000">
            <a:noAutofit/>
          </a:bodyPr>
          <a:lstStyle/>
          <a:p>
            <a:pPr rtl="0">
              <a:spcBef>
                <a:spcPts val="2000"/>
              </a:spcBef>
              <a:spcAft>
                <a:spcPts val="600"/>
              </a:spcAft>
            </a:pPr>
            <a:r>
              <a:rPr lang="en-US" sz="2400" b="1" i="0" u="none" strike="noStrike" dirty="0" err="1">
                <a:solidFill>
                  <a:schemeClr val="bg1"/>
                </a:solidFill>
                <a:effectLst/>
                <a:latin typeface="Arial" panose="020B0604020202020204" pitchFamily="34" charset="0"/>
              </a:rPr>
              <a:t>Tiền</a:t>
            </a:r>
            <a:r>
              <a:rPr lang="en-US" sz="2400" b="1" i="0" u="none" strike="noStrike" dirty="0">
                <a:solidFill>
                  <a:schemeClr val="bg1"/>
                </a:solidFill>
                <a:effectLst/>
                <a:latin typeface="Arial" panose="020B0604020202020204" pitchFamily="34" charset="0"/>
              </a:rPr>
              <a:t> </a:t>
            </a:r>
            <a:r>
              <a:rPr lang="en-US" sz="2400" b="1" i="0" u="none" strike="noStrike" dirty="0" err="1">
                <a:solidFill>
                  <a:schemeClr val="bg1"/>
                </a:solidFill>
                <a:effectLst/>
                <a:latin typeface="Arial" panose="020B0604020202020204" pitchFamily="34" charset="0"/>
              </a:rPr>
              <a:t>xử</a:t>
            </a:r>
            <a:r>
              <a:rPr lang="en-US" sz="2400" b="1" i="0" u="none" strike="noStrike" dirty="0">
                <a:solidFill>
                  <a:schemeClr val="bg1"/>
                </a:solidFill>
                <a:effectLst/>
                <a:latin typeface="Arial" panose="020B0604020202020204" pitchFamily="34" charset="0"/>
              </a:rPr>
              <a:t> </a:t>
            </a:r>
            <a:r>
              <a:rPr lang="en-US" sz="2400" b="1" i="0" u="none" strike="noStrike" dirty="0" err="1">
                <a:solidFill>
                  <a:schemeClr val="bg1"/>
                </a:solidFill>
                <a:effectLst/>
                <a:latin typeface="Arial" panose="020B0604020202020204" pitchFamily="34" charset="0"/>
              </a:rPr>
              <a:t>lý</a:t>
            </a:r>
            <a:r>
              <a:rPr lang="en-US" sz="2400" b="1" i="0" u="none" strike="noStrike" dirty="0">
                <a:solidFill>
                  <a:schemeClr val="bg1"/>
                </a:solidFill>
                <a:effectLst/>
                <a:latin typeface="Arial" panose="020B0604020202020204" pitchFamily="34" charset="0"/>
              </a:rPr>
              <a:t> </a:t>
            </a:r>
            <a:r>
              <a:rPr lang="en-US" sz="2400" b="1" i="0" u="none" strike="noStrike" dirty="0" err="1">
                <a:solidFill>
                  <a:schemeClr val="bg1"/>
                </a:solidFill>
                <a:effectLst/>
                <a:latin typeface="Arial" panose="020B0604020202020204" pitchFamily="34" charset="0"/>
              </a:rPr>
              <a:t>dữ</a:t>
            </a:r>
            <a:r>
              <a:rPr lang="en-US" sz="2400" b="1" i="0" u="none" strike="noStrike" dirty="0">
                <a:solidFill>
                  <a:schemeClr val="bg1"/>
                </a:solidFill>
                <a:effectLst/>
                <a:latin typeface="Arial" panose="020B0604020202020204" pitchFamily="34" charset="0"/>
              </a:rPr>
              <a:t> </a:t>
            </a:r>
            <a:r>
              <a:rPr lang="en-US" sz="2400" b="1" i="0" u="none" strike="noStrike" dirty="0" err="1">
                <a:solidFill>
                  <a:schemeClr val="bg1"/>
                </a:solidFill>
                <a:effectLst/>
                <a:latin typeface="Arial" panose="020B0604020202020204" pitchFamily="34" charset="0"/>
              </a:rPr>
              <a:t>liệu</a:t>
            </a:r>
            <a:endParaRPr lang="en-US" sz="2400" b="1" dirty="0">
              <a:solidFill>
                <a:schemeClr val="bg1"/>
              </a:solidFill>
              <a:effectLst/>
            </a:endParaRPr>
          </a:p>
        </p:txBody>
      </p:sp>
      <p:pic>
        <p:nvPicPr>
          <p:cNvPr id="1032" name="Picture 8">
            <a:extLst>
              <a:ext uri="{FF2B5EF4-FFF2-40B4-BE49-F238E27FC236}">
                <a16:creationId xmlns:a16="http://schemas.microsoft.com/office/drawing/2014/main" id="{A6BF7AE6-1A1D-1059-E43E-03158BCBFD4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95483" y="1286258"/>
            <a:ext cx="5203874" cy="3719239"/>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DDC08CA6-2572-64FA-B518-45E5580B2B2D}"/>
              </a:ext>
            </a:extLst>
          </p:cNvPr>
          <p:cNvSpPr txBox="1"/>
          <p:nvPr/>
        </p:nvSpPr>
        <p:spPr>
          <a:xfrm>
            <a:off x="1671482" y="5231212"/>
            <a:ext cx="9537291" cy="646331"/>
          </a:xfrm>
          <a:prstGeom prst="rect">
            <a:avLst/>
          </a:prstGeom>
          <a:noFill/>
        </p:spPr>
        <p:txBody>
          <a:bodyPr wrap="square">
            <a:spAutoFit/>
          </a:bodyPr>
          <a:lstStyle/>
          <a:p>
            <a:r>
              <a:rPr lang="vi-VN" dirty="0">
                <a:solidFill>
                  <a:srgbClr val="000000"/>
                </a:solidFill>
                <a:latin typeface="Arial" panose="020B0604020202020204" pitchFamily="34" charset="0"/>
              </a:rPr>
              <a:t>Từ</a:t>
            </a:r>
            <a:r>
              <a:rPr lang="vi-VN" sz="1800" dirty="0">
                <a:solidFill>
                  <a:srgbClr val="000000"/>
                </a:solidFill>
                <a:effectLst/>
                <a:latin typeface="Arial" panose="020B0604020202020204" pitchFamily="34" charset="0"/>
              </a:rPr>
              <a:t> biểu đồ đánh giá tổng quát sau tiền xử lý, ta thấy nhiệt độ có xu hướng tập trung vào một khoảng nhất định, cho thấy tính đồng nhất trong dữ liệu.</a:t>
            </a:r>
            <a:endParaRPr lang="en-US" dirty="0"/>
          </a:p>
        </p:txBody>
      </p:sp>
    </p:spTree>
    <p:extLst>
      <p:ext uri="{BB962C8B-B14F-4D97-AF65-F5344CB8AC3E}">
        <p14:creationId xmlns:p14="http://schemas.microsoft.com/office/powerpoint/2010/main" val="38249247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7BA2BE4-B4E0-AA02-1A3C-D442819E99E0}"/>
              </a:ext>
            </a:extLst>
          </p:cNvPr>
          <p:cNvSpPr txBox="1"/>
          <p:nvPr/>
        </p:nvSpPr>
        <p:spPr>
          <a:xfrm>
            <a:off x="285136" y="87480"/>
            <a:ext cx="6096000" cy="461665"/>
          </a:xfrm>
          <a:prstGeom prst="rect">
            <a:avLst/>
          </a:prstGeom>
          <a:noFill/>
        </p:spPr>
        <p:txBody>
          <a:bodyPr wrap="square">
            <a:spAutoFit/>
          </a:bodyPr>
          <a:lstStyle/>
          <a:p>
            <a:r>
              <a:rPr lang="en-US" sz="2400" b="1" i="0" u="none" strike="noStrike" dirty="0" err="1">
                <a:solidFill>
                  <a:schemeClr val="bg1"/>
                </a:solidFill>
                <a:effectLst/>
                <a:latin typeface="Arial" panose="020B0604020202020204" pitchFamily="34" charset="0"/>
              </a:rPr>
              <a:t>Xây</a:t>
            </a:r>
            <a:r>
              <a:rPr lang="en-US" sz="2400" b="1" i="0" u="none" strike="noStrike" dirty="0">
                <a:solidFill>
                  <a:schemeClr val="bg1"/>
                </a:solidFill>
                <a:effectLst/>
                <a:latin typeface="Arial" panose="020B0604020202020204" pitchFamily="34" charset="0"/>
              </a:rPr>
              <a:t> </a:t>
            </a:r>
            <a:r>
              <a:rPr lang="en-US" sz="2400" b="1" i="0" u="none" strike="noStrike" dirty="0" err="1">
                <a:solidFill>
                  <a:schemeClr val="bg1"/>
                </a:solidFill>
                <a:effectLst/>
                <a:latin typeface="Arial" panose="020B0604020202020204" pitchFamily="34" charset="0"/>
              </a:rPr>
              <a:t>dựng</a:t>
            </a:r>
            <a:r>
              <a:rPr lang="en-US" sz="2400" b="1" i="0" u="none" strike="noStrike" dirty="0">
                <a:solidFill>
                  <a:schemeClr val="bg1"/>
                </a:solidFill>
                <a:effectLst/>
                <a:latin typeface="Arial" panose="020B0604020202020204" pitchFamily="34" charset="0"/>
              </a:rPr>
              <a:t> </a:t>
            </a:r>
            <a:r>
              <a:rPr lang="en-US" sz="2400" b="1" i="0" u="none" strike="noStrike" dirty="0" err="1">
                <a:solidFill>
                  <a:schemeClr val="bg1"/>
                </a:solidFill>
                <a:effectLst/>
                <a:latin typeface="Arial" panose="020B0604020202020204" pitchFamily="34" charset="0"/>
              </a:rPr>
              <a:t>mô</a:t>
            </a:r>
            <a:r>
              <a:rPr lang="en-US" sz="2400" b="1" i="0" u="none" strike="noStrike" dirty="0">
                <a:solidFill>
                  <a:schemeClr val="bg1"/>
                </a:solidFill>
                <a:effectLst/>
                <a:latin typeface="Arial" panose="020B0604020202020204" pitchFamily="34" charset="0"/>
              </a:rPr>
              <a:t> </a:t>
            </a:r>
            <a:r>
              <a:rPr lang="en-US" sz="2400" b="1" i="0" u="none" strike="noStrike" dirty="0" err="1">
                <a:solidFill>
                  <a:schemeClr val="bg1"/>
                </a:solidFill>
                <a:effectLst/>
                <a:latin typeface="Arial" panose="020B0604020202020204" pitchFamily="34" charset="0"/>
              </a:rPr>
              <a:t>hình</a:t>
            </a:r>
            <a:r>
              <a:rPr lang="en-US" sz="2400" b="1" i="0" u="none" strike="noStrike" dirty="0">
                <a:solidFill>
                  <a:schemeClr val="bg1"/>
                </a:solidFill>
                <a:effectLst/>
                <a:latin typeface="Arial" panose="020B0604020202020204" pitchFamily="34" charset="0"/>
              </a:rPr>
              <a:t> </a:t>
            </a:r>
            <a:r>
              <a:rPr lang="en-US" sz="2400" b="1" i="0" u="none" strike="noStrike" dirty="0" err="1">
                <a:solidFill>
                  <a:schemeClr val="bg1"/>
                </a:solidFill>
                <a:effectLst/>
                <a:latin typeface="Arial" panose="020B0604020202020204" pitchFamily="34" charset="0"/>
              </a:rPr>
              <a:t>và</a:t>
            </a:r>
            <a:r>
              <a:rPr lang="en-US" sz="2400" b="1" i="0" u="none" strike="noStrike" dirty="0">
                <a:solidFill>
                  <a:schemeClr val="bg1"/>
                </a:solidFill>
                <a:effectLst/>
                <a:latin typeface="Arial" panose="020B0604020202020204" pitchFamily="34" charset="0"/>
              </a:rPr>
              <a:t> </a:t>
            </a:r>
            <a:r>
              <a:rPr lang="en-US" sz="2400" b="1" i="0" u="none" strike="noStrike" dirty="0" err="1">
                <a:solidFill>
                  <a:schemeClr val="bg1"/>
                </a:solidFill>
                <a:effectLst/>
                <a:latin typeface="Arial" panose="020B0604020202020204" pitchFamily="34" charset="0"/>
              </a:rPr>
              <a:t>huấn</a:t>
            </a:r>
            <a:r>
              <a:rPr lang="en-US" sz="2400" b="1" i="0" u="none" strike="noStrike" dirty="0">
                <a:solidFill>
                  <a:schemeClr val="bg1"/>
                </a:solidFill>
                <a:effectLst/>
                <a:latin typeface="Arial" panose="020B0604020202020204" pitchFamily="34" charset="0"/>
              </a:rPr>
              <a:t> </a:t>
            </a:r>
            <a:r>
              <a:rPr lang="en-US" sz="2400" b="1" i="0" u="none" strike="noStrike" dirty="0" err="1">
                <a:solidFill>
                  <a:schemeClr val="bg1"/>
                </a:solidFill>
                <a:effectLst/>
                <a:latin typeface="Arial" panose="020B0604020202020204" pitchFamily="34" charset="0"/>
              </a:rPr>
              <a:t>luyện</a:t>
            </a:r>
            <a:endParaRPr lang="en-US" sz="2400" dirty="0">
              <a:solidFill>
                <a:schemeClr val="bg1"/>
              </a:solidFill>
            </a:endParaRPr>
          </a:p>
        </p:txBody>
      </p:sp>
      <p:sp>
        <p:nvSpPr>
          <p:cNvPr id="7" name="TextBox 6">
            <a:extLst>
              <a:ext uri="{FF2B5EF4-FFF2-40B4-BE49-F238E27FC236}">
                <a16:creationId xmlns:a16="http://schemas.microsoft.com/office/drawing/2014/main" id="{204733BD-0E06-166F-B957-35633E7B400B}"/>
              </a:ext>
            </a:extLst>
          </p:cNvPr>
          <p:cNvSpPr txBox="1"/>
          <p:nvPr/>
        </p:nvSpPr>
        <p:spPr>
          <a:xfrm>
            <a:off x="136854" y="1235845"/>
            <a:ext cx="9036907" cy="400110"/>
          </a:xfrm>
          <a:prstGeom prst="rect">
            <a:avLst/>
          </a:prstGeom>
          <a:noFill/>
        </p:spPr>
        <p:txBody>
          <a:bodyPr wrap="square">
            <a:spAutoFit/>
          </a:bodyPr>
          <a:lstStyle/>
          <a:p>
            <a:pPr indent="457200" rtl="0">
              <a:spcBef>
                <a:spcPts val="1800"/>
              </a:spcBef>
              <a:spcAft>
                <a:spcPts val="600"/>
              </a:spcAft>
            </a:pPr>
            <a:r>
              <a:rPr lang="vi-VN" sz="2000" i="0" u="none" strike="noStrike" dirty="0">
                <a:solidFill>
                  <a:srgbClr val="000000"/>
                </a:solidFill>
                <a:effectLst/>
                <a:latin typeface="Arial" panose="020B0604020202020204" pitchFamily="34" charset="0"/>
              </a:rPr>
              <a:t>1. Đọc dữ liệu và chọn các trường dùng để huấn luyện mô hình</a:t>
            </a:r>
            <a:endParaRPr lang="vi-VN" sz="2000" dirty="0">
              <a:effectLst/>
            </a:endParaRPr>
          </a:p>
        </p:txBody>
      </p:sp>
      <p:sp>
        <p:nvSpPr>
          <p:cNvPr id="9" name="TextBox 8">
            <a:extLst>
              <a:ext uri="{FF2B5EF4-FFF2-40B4-BE49-F238E27FC236}">
                <a16:creationId xmlns:a16="http://schemas.microsoft.com/office/drawing/2014/main" id="{367B01B0-39F0-3C5E-FE11-5DCBACB3D048}"/>
              </a:ext>
            </a:extLst>
          </p:cNvPr>
          <p:cNvSpPr txBox="1"/>
          <p:nvPr/>
        </p:nvSpPr>
        <p:spPr>
          <a:xfrm>
            <a:off x="836404" y="1783769"/>
            <a:ext cx="7983794" cy="338554"/>
          </a:xfrm>
          <a:prstGeom prst="rect">
            <a:avLst/>
          </a:prstGeom>
          <a:noFill/>
        </p:spPr>
        <p:txBody>
          <a:bodyPr wrap="square">
            <a:spAutoFit/>
          </a:bodyPr>
          <a:lstStyle/>
          <a:p>
            <a:pPr algn="just" rtl="0" fontAlgn="base"/>
            <a:r>
              <a:rPr lang="en-US" sz="1600">
                <a:solidFill>
                  <a:srgbClr val="000000"/>
                </a:solidFill>
                <a:latin typeface="Arial" panose="020B0604020202020204" pitchFamily="34" charset="0"/>
              </a:rPr>
              <a:t>L</a:t>
            </a:r>
            <a:r>
              <a:rPr lang="vi-VN" sz="1600" b="0" i="0" u="none" strike="noStrike">
                <a:solidFill>
                  <a:srgbClr val="000000"/>
                </a:solidFill>
                <a:effectLst/>
                <a:latin typeface="Arial" panose="020B0604020202020204" pitchFamily="34" charset="0"/>
              </a:rPr>
              <a:t>ựa </a:t>
            </a:r>
            <a:r>
              <a:rPr lang="vi-VN" sz="1600" b="0" i="0" u="none" strike="noStrike" dirty="0">
                <a:solidFill>
                  <a:srgbClr val="000000"/>
                </a:solidFill>
                <a:effectLst/>
                <a:latin typeface="Arial" panose="020B0604020202020204" pitchFamily="34" charset="0"/>
              </a:rPr>
              <a:t>chọn các trường đặc trưng để huấn luyện mô hình:</a:t>
            </a:r>
          </a:p>
        </p:txBody>
      </p:sp>
      <p:sp>
        <p:nvSpPr>
          <p:cNvPr id="10" name="TextBox 9">
            <a:extLst>
              <a:ext uri="{FF2B5EF4-FFF2-40B4-BE49-F238E27FC236}">
                <a16:creationId xmlns:a16="http://schemas.microsoft.com/office/drawing/2014/main" id="{09D2FD0B-3036-A76C-AA30-3FD78F2B0F15}"/>
              </a:ext>
            </a:extLst>
          </p:cNvPr>
          <p:cNvSpPr txBox="1"/>
          <p:nvPr/>
        </p:nvSpPr>
        <p:spPr>
          <a:xfrm>
            <a:off x="595516" y="4654716"/>
            <a:ext cx="7983794" cy="400110"/>
          </a:xfrm>
          <a:prstGeom prst="rect">
            <a:avLst/>
          </a:prstGeom>
          <a:noFill/>
        </p:spPr>
        <p:txBody>
          <a:bodyPr wrap="square">
            <a:spAutoFit/>
          </a:bodyPr>
          <a:lstStyle/>
          <a:p>
            <a:pPr algn="just" rtl="0" fontAlgn="base"/>
            <a:r>
              <a:rPr lang="vi-VN" sz="2000" b="0" i="0" u="none" strike="noStrike" dirty="0">
                <a:solidFill>
                  <a:srgbClr val="000000"/>
                </a:solidFill>
                <a:effectLst/>
                <a:latin typeface="Arial" panose="020B0604020202020204" pitchFamily="34" charset="0"/>
              </a:rPr>
              <a:t>2. Chia dữ liệu</a:t>
            </a:r>
            <a:r>
              <a:rPr lang="vi-VN" sz="2000" dirty="0">
                <a:solidFill>
                  <a:srgbClr val="000000"/>
                </a:solidFill>
                <a:latin typeface="Arial" panose="020B0604020202020204" pitchFamily="34" charset="0"/>
              </a:rPr>
              <a:t> </a:t>
            </a:r>
            <a:r>
              <a:rPr lang="en-US" sz="2000" dirty="0" err="1">
                <a:solidFill>
                  <a:srgbClr val="000000"/>
                </a:solidFill>
                <a:effectLst/>
                <a:latin typeface="Arial" panose="020B0604020202020204" pitchFamily="34" charset="0"/>
              </a:rPr>
              <a:t>thành</a:t>
            </a:r>
            <a:r>
              <a:rPr lang="en-US" sz="2000" dirty="0">
                <a:solidFill>
                  <a:srgbClr val="000000"/>
                </a:solidFill>
                <a:effectLst/>
                <a:latin typeface="Arial" panose="020B0604020202020204" pitchFamily="34" charset="0"/>
              </a:rPr>
              <a:t> </a:t>
            </a:r>
            <a:r>
              <a:rPr lang="en-US" sz="2000" dirty="0" err="1">
                <a:solidFill>
                  <a:srgbClr val="000000"/>
                </a:solidFill>
                <a:effectLst/>
                <a:latin typeface="Arial" panose="020B0604020202020204" pitchFamily="34" charset="0"/>
              </a:rPr>
              <a:t>tập</a:t>
            </a:r>
            <a:r>
              <a:rPr lang="en-US" sz="2000" dirty="0">
                <a:solidFill>
                  <a:srgbClr val="000000"/>
                </a:solidFill>
                <a:effectLst/>
                <a:latin typeface="Arial" panose="020B0604020202020204" pitchFamily="34" charset="0"/>
              </a:rPr>
              <a:t> </a:t>
            </a:r>
            <a:r>
              <a:rPr lang="en-US" sz="2000" dirty="0" err="1">
                <a:solidFill>
                  <a:srgbClr val="000000"/>
                </a:solidFill>
                <a:effectLst/>
                <a:latin typeface="Arial" panose="020B0604020202020204" pitchFamily="34" charset="0"/>
              </a:rPr>
              <a:t>huấn</a:t>
            </a:r>
            <a:r>
              <a:rPr lang="en-US" sz="2000" dirty="0">
                <a:solidFill>
                  <a:srgbClr val="000000"/>
                </a:solidFill>
                <a:effectLst/>
                <a:latin typeface="Arial" panose="020B0604020202020204" pitchFamily="34" charset="0"/>
              </a:rPr>
              <a:t> </a:t>
            </a:r>
            <a:r>
              <a:rPr lang="en-US" sz="2000" dirty="0" err="1">
                <a:solidFill>
                  <a:srgbClr val="000000"/>
                </a:solidFill>
                <a:effectLst/>
                <a:latin typeface="Arial" panose="020B0604020202020204" pitchFamily="34" charset="0"/>
              </a:rPr>
              <a:t>luyện</a:t>
            </a:r>
            <a:r>
              <a:rPr lang="en-US" sz="2000" dirty="0">
                <a:solidFill>
                  <a:srgbClr val="000000"/>
                </a:solidFill>
                <a:effectLst/>
                <a:latin typeface="Arial" panose="020B0604020202020204" pitchFamily="34" charset="0"/>
              </a:rPr>
              <a:t> </a:t>
            </a:r>
            <a:r>
              <a:rPr lang="en-US" sz="2000" dirty="0" err="1">
                <a:solidFill>
                  <a:srgbClr val="000000"/>
                </a:solidFill>
                <a:effectLst/>
                <a:latin typeface="Arial" panose="020B0604020202020204" pitchFamily="34" charset="0"/>
              </a:rPr>
              <a:t>và</a:t>
            </a:r>
            <a:r>
              <a:rPr lang="en-US" sz="2000" dirty="0">
                <a:solidFill>
                  <a:srgbClr val="000000"/>
                </a:solidFill>
                <a:effectLst/>
                <a:latin typeface="Arial" panose="020B0604020202020204" pitchFamily="34" charset="0"/>
              </a:rPr>
              <a:t> </a:t>
            </a:r>
            <a:r>
              <a:rPr lang="en-US" sz="2000" dirty="0" err="1">
                <a:solidFill>
                  <a:srgbClr val="000000"/>
                </a:solidFill>
                <a:effectLst/>
                <a:latin typeface="Arial" panose="020B0604020202020204" pitchFamily="34" charset="0"/>
              </a:rPr>
              <a:t>tập</a:t>
            </a:r>
            <a:r>
              <a:rPr lang="en-US" sz="2000" dirty="0">
                <a:solidFill>
                  <a:srgbClr val="000000"/>
                </a:solidFill>
                <a:effectLst/>
                <a:latin typeface="Arial" panose="020B0604020202020204" pitchFamily="34" charset="0"/>
              </a:rPr>
              <a:t> </a:t>
            </a:r>
            <a:r>
              <a:rPr lang="en-US" sz="2000" dirty="0" err="1">
                <a:solidFill>
                  <a:srgbClr val="000000"/>
                </a:solidFill>
                <a:effectLst/>
                <a:latin typeface="Arial" panose="020B0604020202020204" pitchFamily="34" charset="0"/>
              </a:rPr>
              <a:t>kiểm</a:t>
            </a:r>
            <a:r>
              <a:rPr lang="en-US" sz="2000" dirty="0">
                <a:solidFill>
                  <a:srgbClr val="000000"/>
                </a:solidFill>
                <a:effectLst/>
                <a:latin typeface="Arial" panose="020B0604020202020204" pitchFamily="34" charset="0"/>
              </a:rPr>
              <a:t> </a:t>
            </a:r>
            <a:r>
              <a:rPr lang="en-US" sz="2000" dirty="0" err="1">
                <a:solidFill>
                  <a:srgbClr val="000000"/>
                </a:solidFill>
                <a:effectLst/>
                <a:latin typeface="Arial" panose="020B0604020202020204" pitchFamily="34" charset="0"/>
              </a:rPr>
              <a:t>tra</a:t>
            </a:r>
            <a:r>
              <a:rPr lang="en-US" sz="2000" dirty="0">
                <a:solidFill>
                  <a:srgbClr val="000000"/>
                </a:solidFill>
                <a:effectLst/>
                <a:latin typeface="Arial" panose="020B0604020202020204" pitchFamily="34" charset="0"/>
              </a:rPr>
              <a:t> </a:t>
            </a:r>
            <a:r>
              <a:rPr lang="en-US" sz="2000" dirty="0" err="1">
                <a:solidFill>
                  <a:srgbClr val="000000"/>
                </a:solidFill>
                <a:effectLst/>
                <a:latin typeface="Arial" panose="020B0604020202020204" pitchFamily="34" charset="0"/>
              </a:rPr>
              <a:t>với</a:t>
            </a:r>
            <a:r>
              <a:rPr lang="en-US" sz="2000" dirty="0">
                <a:solidFill>
                  <a:srgbClr val="000000"/>
                </a:solidFill>
                <a:effectLst/>
                <a:latin typeface="Arial" panose="020B0604020202020204" pitchFamily="34" charset="0"/>
              </a:rPr>
              <a:t> </a:t>
            </a:r>
            <a:r>
              <a:rPr lang="en-US" sz="2000" dirty="0" err="1">
                <a:solidFill>
                  <a:srgbClr val="000000"/>
                </a:solidFill>
                <a:effectLst/>
                <a:latin typeface="Arial" panose="020B0604020202020204" pitchFamily="34" charset="0"/>
              </a:rPr>
              <a:t>tỷ</a:t>
            </a:r>
            <a:r>
              <a:rPr lang="en-US" sz="2000" dirty="0">
                <a:solidFill>
                  <a:srgbClr val="000000"/>
                </a:solidFill>
                <a:effectLst/>
                <a:latin typeface="Arial" panose="020B0604020202020204" pitchFamily="34" charset="0"/>
              </a:rPr>
              <a:t> </a:t>
            </a:r>
            <a:r>
              <a:rPr lang="en-US" sz="2000" dirty="0" err="1">
                <a:solidFill>
                  <a:srgbClr val="000000"/>
                </a:solidFill>
                <a:effectLst/>
                <a:latin typeface="Arial" panose="020B0604020202020204" pitchFamily="34" charset="0"/>
              </a:rPr>
              <a:t>lệ</a:t>
            </a:r>
            <a:r>
              <a:rPr lang="en-US" sz="2000" dirty="0">
                <a:solidFill>
                  <a:srgbClr val="000000"/>
                </a:solidFill>
                <a:effectLst/>
                <a:latin typeface="Arial" panose="020B0604020202020204" pitchFamily="34" charset="0"/>
              </a:rPr>
              <a:t> 80 - 20</a:t>
            </a:r>
            <a:endParaRPr lang="vi-VN" sz="2000" b="0" i="0" u="none" strike="noStrike" dirty="0">
              <a:solidFill>
                <a:srgbClr val="000000"/>
              </a:solidFill>
              <a:effectLst/>
              <a:latin typeface="Arial" panose="020B0604020202020204" pitchFamily="34" charset="0"/>
            </a:endParaRPr>
          </a:p>
        </p:txBody>
      </p:sp>
      <p:sp>
        <p:nvSpPr>
          <p:cNvPr id="3" name="TextBox 2">
            <a:extLst>
              <a:ext uri="{FF2B5EF4-FFF2-40B4-BE49-F238E27FC236}">
                <a16:creationId xmlns:a16="http://schemas.microsoft.com/office/drawing/2014/main" id="{F8C2C357-18E7-88DD-6F8B-ED2D596DCA9A}"/>
              </a:ext>
            </a:extLst>
          </p:cNvPr>
          <p:cNvSpPr txBox="1"/>
          <p:nvPr/>
        </p:nvSpPr>
        <p:spPr>
          <a:xfrm>
            <a:off x="836404" y="2122323"/>
            <a:ext cx="9475379" cy="2062103"/>
          </a:xfrm>
          <a:prstGeom prst="rect">
            <a:avLst/>
          </a:prstGeom>
          <a:noFill/>
        </p:spPr>
        <p:txBody>
          <a:bodyPr wrap="square">
            <a:spAutoFit/>
          </a:bodyPr>
          <a:lstStyle/>
          <a:p>
            <a:r>
              <a:rPr lang="vi-VN" sz="1600" dirty="0">
                <a:solidFill>
                  <a:srgbClr val="000000"/>
                </a:solidFill>
                <a:effectLst/>
                <a:latin typeface="Arial" panose="020B0604020202020204" pitchFamily="34" charset="0"/>
              </a:rPr>
              <a:t>- tempmax: nhiệt độ cao nhất trong ngày </a:t>
            </a:r>
            <a:endParaRPr lang="vi-VN" sz="1600" dirty="0"/>
          </a:p>
          <a:p>
            <a:r>
              <a:rPr lang="vi-VN" sz="1600" dirty="0">
                <a:solidFill>
                  <a:srgbClr val="000000"/>
                </a:solidFill>
                <a:effectLst/>
                <a:latin typeface="Arial" panose="020B0604020202020204" pitchFamily="34" charset="0"/>
              </a:rPr>
              <a:t>- tempmin: nhiệt độ thấp nhất trong ngày </a:t>
            </a:r>
            <a:endParaRPr lang="vi-VN" sz="1600" dirty="0"/>
          </a:p>
          <a:p>
            <a:r>
              <a:rPr lang="vi-VN" sz="1600" dirty="0">
                <a:solidFill>
                  <a:srgbClr val="000000"/>
                </a:solidFill>
                <a:effectLst/>
                <a:latin typeface="Arial" panose="020B0604020202020204" pitchFamily="34" charset="0"/>
              </a:rPr>
              <a:t>- temp: nhiệt độ trung bình </a:t>
            </a:r>
            <a:endParaRPr lang="vi-VN" sz="1600" dirty="0"/>
          </a:p>
          <a:p>
            <a:r>
              <a:rPr lang="vi-VN" sz="1600" dirty="0">
                <a:solidFill>
                  <a:srgbClr val="000000"/>
                </a:solidFill>
                <a:effectLst/>
                <a:latin typeface="Arial" panose="020B0604020202020204" pitchFamily="34" charset="0"/>
              </a:rPr>
              <a:t>- humidity: độ ẩm </a:t>
            </a:r>
            <a:endParaRPr lang="vi-VN" sz="1600" dirty="0"/>
          </a:p>
          <a:p>
            <a:r>
              <a:rPr lang="vi-VN" sz="1600" dirty="0">
                <a:solidFill>
                  <a:srgbClr val="000000"/>
                </a:solidFill>
                <a:effectLst/>
                <a:latin typeface="Arial" panose="020B0604020202020204" pitchFamily="34" charset="0"/>
              </a:rPr>
              <a:t>- winddir: hướng gió </a:t>
            </a:r>
            <a:endParaRPr lang="vi-VN" sz="1600" dirty="0"/>
          </a:p>
          <a:p>
            <a:r>
              <a:rPr lang="vi-VN" sz="1600" dirty="0">
                <a:solidFill>
                  <a:srgbClr val="000000"/>
                </a:solidFill>
                <a:effectLst/>
                <a:latin typeface="Arial" panose="020B0604020202020204" pitchFamily="34" charset="0"/>
              </a:rPr>
              <a:t>- cloudcover: độ che phủ mây </a:t>
            </a:r>
            <a:endParaRPr lang="vi-VN" sz="1600" dirty="0"/>
          </a:p>
          <a:p>
            <a:r>
              <a:rPr lang="vi-VN" sz="1600" dirty="0">
                <a:solidFill>
                  <a:srgbClr val="000000"/>
                </a:solidFill>
                <a:effectLst/>
                <a:latin typeface="Arial" panose="020B0604020202020204" pitchFamily="34" charset="0"/>
              </a:rPr>
              <a:t>- sealevelpressure: áp suất khí quyển ở mực nước biển  </a:t>
            </a:r>
            <a:endParaRPr lang="vi-VN" sz="1600" dirty="0"/>
          </a:p>
          <a:p>
            <a:r>
              <a:rPr lang="vi-VN" sz="1600" dirty="0">
                <a:solidFill>
                  <a:srgbClr val="000000"/>
                </a:solidFill>
                <a:effectLst/>
                <a:latin typeface="Arial" panose="020B0604020202020204" pitchFamily="34" charset="0"/>
              </a:rPr>
              <a:t>- preciptype: dùng để xác định có mưa hay không (1: mưa, 0: không mưa)</a:t>
            </a:r>
            <a:endParaRPr lang="en-US" sz="1600" dirty="0"/>
          </a:p>
        </p:txBody>
      </p:sp>
    </p:spTree>
    <p:extLst>
      <p:ext uri="{BB962C8B-B14F-4D97-AF65-F5344CB8AC3E}">
        <p14:creationId xmlns:p14="http://schemas.microsoft.com/office/powerpoint/2010/main" val="37822184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191032B-357E-3F89-17E6-C2AAB6ED206A}"/>
              </a:ext>
            </a:extLst>
          </p:cNvPr>
          <p:cNvSpPr txBox="1"/>
          <p:nvPr/>
        </p:nvSpPr>
        <p:spPr>
          <a:xfrm>
            <a:off x="401528" y="1345181"/>
            <a:ext cx="6096000" cy="400110"/>
          </a:xfrm>
          <a:prstGeom prst="rect">
            <a:avLst/>
          </a:prstGeom>
          <a:noFill/>
        </p:spPr>
        <p:txBody>
          <a:bodyPr wrap="square">
            <a:spAutoFit/>
          </a:bodyPr>
          <a:lstStyle/>
          <a:p>
            <a:r>
              <a:rPr lang="vi-VN" sz="2000" dirty="0">
                <a:solidFill>
                  <a:srgbClr val="000000"/>
                </a:solidFill>
                <a:effectLst/>
                <a:latin typeface="+mj-lt"/>
              </a:rPr>
              <a:t>3.</a:t>
            </a:r>
            <a:r>
              <a:rPr lang="en-US" sz="2000" dirty="0">
                <a:solidFill>
                  <a:srgbClr val="000000"/>
                </a:solidFill>
                <a:effectLst/>
                <a:latin typeface="+mj-lt"/>
              </a:rPr>
              <a:t> </a:t>
            </a:r>
            <a:r>
              <a:rPr lang="en-US" sz="2000" dirty="0" err="1">
                <a:solidFill>
                  <a:srgbClr val="000000"/>
                </a:solidFill>
                <a:effectLst/>
                <a:latin typeface="+mj-lt"/>
              </a:rPr>
              <a:t>Lập</a:t>
            </a:r>
            <a:r>
              <a:rPr lang="en-US" sz="2000" dirty="0">
                <a:solidFill>
                  <a:srgbClr val="000000"/>
                </a:solidFill>
                <a:effectLst/>
                <a:latin typeface="+mj-lt"/>
              </a:rPr>
              <a:t> </a:t>
            </a:r>
            <a:r>
              <a:rPr lang="en-US" sz="2000" dirty="0" err="1">
                <a:solidFill>
                  <a:srgbClr val="000000"/>
                </a:solidFill>
                <a:effectLst/>
                <a:latin typeface="+mj-lt"/>
              </a:rPr>
              <a:t>trình</a:t>
            </a:r>
            <a:r>
              <a:rPr lang="en-US" sz="2000" dirty="0">
                <a:solidFill>
                  <a:srgbClr val="000000"/>
                </a:solidFill>
                <a:effectLst/>
                <a:latin typeface="+mj-lt"/>
              </a:rPr>
              <a:t> </a:t>
            </a:r>
            <a:r>
              <a:rPr lang="en-US" sz="2000" dirty="0" err="1">
                <a:solidFill>
                  <a:srgbClr val="000000"/>
                </a:solidFill>
                <a:effectLst/>
                <a:latin typeface="+mj-lt"/>
              </a:rPr>
              <a:t>mô</a:t>
            </a:r>
            <a:r>
              <a:rPr lang="en-US" sz="2000" dirty="0">
                <a:solidFill>
                  <a:srgbClr val="000000"/>
                </a:solidFill>
                <a:effectLst/>
                <a:latin typeface="+mj-lt"/>
              </a:rPr>
              <a:t> </a:t>
            </a:r>
            <a:r>
              <a:rPr lang="en-US" sz="2000" dirty="0" err="1">
                <a:solidFill>
                  <a:srgbClr val="000000"/>
                </a:solidFill>
                <a:effectLst/>
                <a:latin typeface="+mj-lt"/>
              </a:rPr>
              <a:t>hình</a:t>
            </a:r>
            <a:endParaRPr lang="en-US" sz="2000" dirty="0">
              <a:latin typeface="+mj-lt"/>
            </a:endParaRPr>
          </a:p>
        </p:txBody>
      </p:sp>
      <p:sp>
        <p:nvSpPr>
          <p:cNvPr id="7" name="TextBox 6">
            <a:extLst>
              <a:ext uri="{FF2B5EF4-FFF2-40B4-BE49-F238E27FC236}">
                <a16:creationId xmlns:a16="http://schemas.microsoft.com/office/drawing/2014/main" id="{20982C6A-8377-496E-B3A7-5CD6D5AF3B2E}"/>
              </a:ext>
            </a:extLst>
          </p:cNvPr>
          <p:cNvSpPr txBox="1"/>
          <p:nvPr/>
        </p:nvSpPr>
        <p:spPr>
          <a:xfrm>
            <a:off x="186813" y="90637"/>
            <a:ext cx="6096000" cy="461665"/>
          </a:xfrm>
          <a:prstGeom prst="rect">
            <a:avLst/>
          </a:prstGeom>
          <a:noFill/>
        </p:spPr>
        <p:txBody>
          <a:bodyPr wrap="square">
            <a:spAutoFit/>
          </a:bodyPr>
          <a:lstStyle/>
          <a:p>
            <a:r>
              <a:rPr lang="en-US" sz="2400" b="1" i="0" u="none" strike="noStrike" dirty="0" err="1">
                <a:solidFill>
                  <a:schemeClr val="bg1"/>
                </a:solidFill>
                <a:effectLst/>
                <a:latin typeface="Arial" panose="020B0604020202020204" pitchFamily="34" charset="0"/>
              </a:rPr>
              <a:t>Xây</a:t>
            </a:r>
            <a:r>
              <a:rPr lang="en-US" sz="2400" b="1" i="0" u="none" strike="noStrike" dirty="0">
                <a:solidFill>
                  <a:schemeClr val="bg1"/>
                </a:solidFill>
                <a:effectLst/>
                <a:latin typeface="Arial" panose="020B0604020202020204" pitchFamily="34" charset="0"/>
              </a:rPr>
              <a:t> </a:t>
            </a:r>
            <a:r>
              <a:rPr lang="en-US" sz="2400" b="1" i="0" u="none" strike="noStrike" dirty="0" err="1">
                <a:solidFill>
                  <a:schemeClr val="bg1"/>
                </a:solidFill>
                <a:effectLst/>
                <a:latin typeface="Arial" panose="020B0604020202020204" pitchFamily="34" charset="0"/>
              </a:rPr>
              <a:t>dựng</a:t>
            </a:r>
            <a:r>
              <a:rPr lang="en-US" sz="2400" b="1" i="0" u="none" strike="noStrike" dirty="0">
                <a:solidFill>
                  <a:schemeClr val="bg1"/>
                </a:solidFill>
                <a:effectLst/>
                <a:latin typeface="Arial" panose="020B0604020202020204" pitchFamily="34" charset="0"/>
              </a:rPr>
              <a:t> </a:t>
            </a:r>
            <a:r>
              <a:rPr lang="en-US" sz="2400" b="1" i="0" u="none" strike="noStrike" dirty="0" err="1">
                <a:solidFill>
                  <a:schemeClr val="bg1"/>
                </a:solidFill>
                <a:effectLst/>
                <a:latin typeface="Arial" panose="020B0604020202020204" pitchFamily="34" charset="0"/>
              </a:rPr>
              <a:t>mô</a:t>
            </a:r>
            <a:r>
              <a:rPr lang="en-US" sz="2400" b="1" i="0" u="none" strike="noStrike" dirty="0">
                <a:solidFill>
                  <a:schemeClr val="bg1"/>
                </a:solidFill>
                <a:effectLst/>
                <a:latin typeface="Arial" panose="020B0604020202020204" pitchFamily="34" charset="0"/>
              </a:rPr>
              <a:t> </a:t>
            </a:r>
            <a:r>
              <a:rPr lang="en-US" sz="2400" b="1" i="0" u="none" strike="noStrike" dirty="0" err="1">
                <a:solidFill>
                  <a:schemeClr val="bg1"/>
                </a:solidFill>
                <a:effectLst/>
                <a:latin typeface="Arial" panose="020B0604020202020204" pitchFamily="34" charset="0"/>
              </a:rPr>
              <a:t>hình</a:t>
            </a:r>
            <a:r>
              <a:rPr lang="en-US" sz="2400" b="1" i="0" u="none" strike="noStrike" dirty="0">
                <a:solidFill>
                  <a:schemeClr val="bg1"/>
                </a:solidFill>
                <a:effectLst/>
                <a:latin typeface="Arial" panose="020B0604020202020204" pitchFamily="34" charset="0"/>
              </a:rPr>
              <a:t> </a:t>
            </a:r>
            <a:r>
              <a:rPr lang="en-US" sz="2400" b="1" i="0" u="none" strike="noStrike" dirty="0" err="1">
                <a:solidFill>
                  <a:schemeClr val="bg1"/>
                </a:solidFill>
                <a:effectLst/>
                <a:latin typeface="Arial" panose="020B0604020202020204" pitchFamily="34" charset="0"/>
              </a:rPr>
              <a:t>và</a:t>
            </a:r>
            <a:r>
              <a:rPr lang="en-US" sz="2400" b="1" i="0" u="none" strike="noStrike" dirty="0">
                <a:solidFill>
                  <a:schemeClr val="bg1"/>
                </a:solidFill>
                <a:effectLst/>
                <a:latin typeface="Arial" panose="020B0604020202020204" pitchFamily="34" charset="0"/>
              </a:rPr>
              <a:t> </a:t>
            </a:r>
            <a:r>
              <a:rPr lang="en-US" sz="2400" b="1" i="0" u="none" strike="noStrike" dirty="0" err="1">
                <a:solidFill>
                  <a:schemeClr val="bg1"/>
                </a:solidFill>
                <a:effectLst/>
                <a:latin typeface="Arial" panose="020B0604020202020204" pitchFamily="34" charset="0"/>
              </a:rPr>
              <a:t>huấn</a:t>
            </a:r>
            <a:r>
              <a:rPr lang="en-US" sz="2400" b="1" i="0" u="none" strike="noStrike" dirty="0">
                <a:solidFill>
                  <a:schemeClr val="bg1"/>
                </a:solidFill>
                <a:effectLst/>
                <a:latin typeface="Arial" panose="020B0604020202020204" pitchFamily="34" charset="0"/>
              </a:rPr>
              <a:t> </a:t>
            </a:r>
            <a:r>
              <a:rPr lang="en-US" sz="2400" b="1" i="0" u="none" strike="noStrike" dirty="0" err="1">
                <a:solidFill>
                  <a:schemeClr val="bg1"/>
                </a:solidFill>
                <a:effectLst/>
                <a:latin typeface="Arial" panose="020B0604020202020204" pitchFamily="34" charset="0"/>
              </a:rPr>
              <a:t>luyện</a:t>
            </a:r>
            <a:endParaRPr lang="en-US" sz="2400" dirty="0">
              <a:solidFill>
                <a:schemeClr val="bg1"/>
              </a:solidFill>
            </a:endParaRPr>
          </a:p>
        </p:txBody>
      </p:sp>
      <p:sp>
        <p:nvSpPr>
          <p:cNvPr id="9" name="TextBox 8">
            <a:extLst>
              <a:ext uri="{FF2B5EF4-FFF2-40B4-BE49-F238E27FC236}">
                <a16:creationId xmlns:a16="http://schemas.microsoft.com/office/drawing/2014/main" id="{68C40892-B495-2F89-9849-DEA608A3321C}"/>
              </a:ext>
            </a:extLst>
          </p:cNvPr>
          <p:cNvSpPr txBox="1"/>
          <p:nvPr/>
        </p:nvSpPr>
        <p:spPr>
          <a:xfrm>
            <a:off x="464906" y="2078178"/>
            <a:ext cx="11454581" cy="2308324"/>
          </a:xfrm>
          <a:prstGeom prst="rect">
            <a:avLst/>
          </a:prstGeom>
          <a:noFill/>
        </p:spPr>
        <p:txBody>
          <a:bodyPr wrap="square">
            <a:spAutoFit/>
          </a:bodyPr>
          <a:lstStyle/>
          <a:p>
            <a:pPr marL="285750" indent="-285750">
              <a:buFontTx/>
              <a:buChar char="-"/>
            </a:pPr>
            <a:r>
              <a:rPr lang="en-US" sz="1800" dirty="0" err="1">
                <a:solidFill>
                  <a:srgbClr val="000000"/>
                </a:solidFill>
                <a:effectLst/>
                <a:latin typeface="Arial" panose="020B0604020202020204" pitchFamily="34" charset="0"/>
              </a:rPr>
              <a:t>Áp</a:t>
            </a:r>
            <a:r>
              <a:rPr lang="en-US" sz="1800" dirty="0">
                <a:solidFill>
                  <a:srgbClr val="000000"/>
                </a:solidFill>
                <a:effectLst/>
                <a:latin typeface="Arial" panose="020B0604020202020204" pitchFamily="34" charset="0"/>
              </a:rPr>
              <a:t> </a:t>
            </a:r>
            <a:r>
              <a:rPr lang="en-US" sz="1800" dirty="0" err="1">
                <a:solidFill>
                  <a:srgbClr val="000000"/>
                </a:solidFill>
                <a:effectLst/>
                <a:latin typeface="Arial" panose="020B0604020202020204" pitchFamily="34" charset="0"/>
              </a:rPr>
              <a:t>dụng</a:t>
            </a:r>
            <a:r>
              <a:rPr lang="en-US" sz="1800" dirty="0">
                <a:solidFill>
                  <a:srgbClr val="000000"/>
                </a:solidFill>
                <a:effectLst/>
                <a:latin typeface="Arial" panose="020B0604020202020204" pitchFamily="34" charset="0"/>
              </a:rPr>
              <a:t> </a:t>
            </a:r>
            <a:r>
              <a:rPr lang="en-US" sz="1800" dirty="0" err="1">
                <a:solidFill>
                  <a:srgbClr val="000000"/>
                </a:solidFill>
                <a:effectLst/>
                <a:latin typeface="Arial" panose="020B0604020202020204" pitchFamily="34" charset="0"/>
              </a:rPr>
              <a:t>thuật</a:t>
            </a:r>
            <a:r>
              <a:rPr lang="en-US" sz="1800" dirty="0">
                <a:solidFill>
                  <a:srgbClr val="000000"/>
                </a:solidFill>
                <a:effectLst/>
                <a:latin typeface="Arial" panose="020B0604020202020204" pitchFamily="34" charset="0"/>
              </a:rPr>
              <a:t> </a:t>
            </a:r>
            <a:r>
              <a:rPr lang="en-US" sz="1800" dirty="0" err="1">
                <a:solidFill>
                  <a:srgbClr val="000000"/>
                </a:solidFill>
                <a:effectLst/>
                <a:latin typeface="Arial" panose="020B0604020202020204" pitchFamily="34" charset="0"/>
              </a:rPr>
              <a:t>toán</a:t>
            </a:r>
            <a:r>
              <a:rPr lang="en-US" sz="1800" dirty="0">
                <a:solidFill>
                  <a:srgbClr val="000000"/>
                </a:solidFill>
                <a:effectLst/>
                <a:latin typeface="Arial" panose="020B0604020202020204" pitchFamily="34" charset="0"/>
              </a:rPr>
              <a:t> KNN </a:t>
            </a:r>
            <a:r>
              <a:rPr lang="en-US" sz="1800" dirty="0" err="1">
                <a:solidFill>
                  <a:srgbClr val="000000"/>
                </a:solidFill>
                <a:effectLst/>
                <a:latin typeface="Arial" panose="020B0604020202020204" pitchFamily="34" charset="0"/>
              </a:rPr>
              <a:t>cho</a:t>
            </a:r>
            <a:r>
              <a:rPr lang="en-US" sz="1800" dirty="0">
                <a:solidFill>
                  <a:srgbClr val="000000"/>
                </a:solidFill>
                <a:effectLst/>
                <a:latin typeface="Arial" panose="020B0604020202020204" pitchFamily="34" charset="0"/>
              </a:rPr>
              <a:t> </a:t>
            </a:r>
            <a:r>
              <a:rPr lang="en-US" sz="1800" dirty="0" err="1">
                <a:solidFill>
                  <a:srgbClr val="000000"/>
                </a:solidFill>
                <a:effectLst/>
                <a:latin typeface="Arial" panose="020B0604020202020204" pitchFamily="34" charset="0"/>
              </a:rPr>
              <a:t>toàn</a:t>
            </a:r>
            <a:r>
              <a:rPr lang="en-US" sz="1800" dirty="0">
                <a:solidFill>
                  <a:srgbClr val="000000"/>
                </a:solidFill>
                <a:effectLst/>
                <a:latin typeface="Arial" panose="020B0604020202020204" pitchFamily="34" charset="0"/>
              </a:rPr>
              <a:t> </a:t>
            </a:r>
            <a:r>
              <a:rPr lang="en-US" sz="1800" dirty="0" err="1">
                <a:solidFill>
                  <a:srgbClr val="000000"/>
                </a:solidFill>
                <a:effectLst/>
                <a:latin typeface="Arial" panose="020B0604020202020204" pitchFamily="34" charset="0"/>
              </a:rPr>
              <a:t>bộ</a:t>
            </a:r>
            <a:r>
              <a:rPr lang="en-US" sz="1800" dirty="0">
                <a:solidFill>
                  <a:srgbClr val="000000"/>
                </a:solidFill>
                <a:effectLst/>
                <a:latin typeface="Arial" panose="020B0604020202020204" pitchFamily="34" charset="0"/>
              </a:rPr>
              <a:t> </a:t>
            </a:r>
            <a:r>
              <a:rPr lang="en-US" sz="1800" dirty="0" err="1">
                <a:solidFill>
                  <a:srgbClr val="000000"/>
                </a:solidFill>
                <a:effectLst/>
                <a:latin typeface="Arial" panose="020B0604020202020204" pitchFamily="34" charset="0"/>
              </a:rPr>
              <a:t>tập</a:t>
            </a:r>
            <a:r>
              <a:rPr lang="en-US" sz="1800" dirty="0">
                <a:solidFill>
                  <a:srgbClr val="000000"/>
                </a:solidFill>
                <a:effectLst/>
                <a:latin typeface="Arial" panose="020B0604020202020204" pitchFamily="34" charset="0"/>
              </a:rPr>
              <a:t> </a:t>
            </a:r>
            <a:r>
              <a:rPr lang="en-US" sz="1800" dirty="0" err="1">
                <a:solidFill>
                  <a:srgbClr val="000000"/>
                </a:solidFill>
                <a:effectLst/>
                <a:latin typeface="Arial" panose="020B0604020202020204" pitchFamily="34" charset="0"/>
              </a:rPr>
              <a:t>dữ</a:t>
            </a:r>
            <a:r>
              <a:rPr lang="en-US" sz="1800" dirty="0">
                <a:solidFill>
                  <a:srgbClr val="000000"/>
                </a:solidFill>
                <a:effectLst/>
                <a:latin typeface="Arial" panose="020B0604020202020204" pitchFamily="34" charset="0"/>
              </a:rPr>
              <a:t> </a:t>
            </a:r>
            <a:r>
              <a:rPr lang="en-US" sz="1800" dirty="0" err="1">
                <a:solidFill>
                  <a:srgbClr val="000000"/>
                </a:solidFill>
                <a:effectLst/>
                <a:latin typeface="Arial" panose="020B0604020202020204" pitchFamily="34" charset="0"/>
              </a:rPr>
              <a:t>liệu</a:t>
            </a:r>
            <a:r>
              <a:rPr lang="en-US" sz="1800" dirty="0">
                <a:solidFill>
                  <a:srgbClr val="000000"/>
                </a:solidFill>
                <a:effectLst/>
                <a:latin typeface="Arial" panose="020B0604020202020204" pitchFamily="34" charset="0"/>
              </a:rPr>
              <a:t> </a:t>
            </a:r>
            <a:r>
              <a:rPr lang="en-US" sz="1800" dirty="0" err="1">
                <a:solidFill>
                  <a:srgbClr val="000000"/>
                </a:solidFill>
                <a:effectLst/>
                <a:latin typeface="Arial" panose="020B0604020202020204" pitchFamily="34" charset="0"/>
              </a:rPr>
              <a:t>kiểm</a:t>
            </a:r>
            <a:r>
              <a:rPr lang="en-US" sz="1800" dirty="0">
                <a:solidFill>
                  <a:srgbClr val="000000"/>
                </a:solidFill>
                <a:effectLst/>
                <a:latin typeface="Arial" panose="020B0604020202020204" pitchFamily="34" charset="0"/>
              </a:rPr>
              <a:t> </a:t>
            </a:r>
            <a:r>
              <a:rPr lang="en-US" sz="1800" dirty="0" err="1">
                <a:solidFill>
                  <a:srgbClr val="000000"/>
                </a:solidFill>
                <a:effectLst/>
                <a:latin typeface="Arial" panose="020B0604020202020204" pitchFamily="34" charset="0"/>
              </a:rPr>
              <a:t>tra</a:t>
            </a:r>
            <a:r>
              <a:rPr lang="en-US" sz="1800" dirty="0">
                <a:solidFill>
                  <a:srgbClr val="000000"/>
                </a:solidFill>
                <a:effectLst/>
                <a:latin typeface="Arial" panose="020B0604020202020204" pitchFamily="34" charset="0"/>
              </a:rPr>
              <a:t> (</a:t>
            </a:r>
            <a:r>
              <a:rPr lang="en-US" sz="1800" dirty="0" err="1">
                <a:solidFill>
                  <a:srgbClr val="000000"/>
                </a:solidFill>
                <a:effectLst/>
                <a:latin typeface="Arial" panose="020B0604020202020204" pitchFamily="34" charset="0"/>
              </a:rPr>
              <a:t>X_test</a:t>
            </a:r>
            <a:r>
              <a:rPr lang="en-US" sz="1800" dirty="0">
                <a:solidFill>
                  <a:srgbClr val="000000"/>
                </a:solidFill>
                <a:effectLst/>
                <a:latin typeface="Arial" panose="020B0604020202020204" pitchFamily="34" charset="0"/>
              </a:rPr>
              <a:t>). </a:t>
            </a:r>
            <a:r>
              <a:rPr lang="en-US" sz="1800" dirty="0" err="1">
                <a:solidFill>
                  <a:srgbClr val="000000"/>
                </a:solidFill>
                <a:effectLst/>
                <a:latin typeface="Arial" panose="020B0604020202020204" pitchFamily="34" charset="0"/>
              </a:rPr>
              <a:t>Nó</a:t>
            </a:r>
            <a:r>
              <a:rPr lang="en-US" sz="1800" dirty="0">
                <a:solidFill>
                  <a:srgbClr val="000000"/>
                </a:solidFill>
                <a:effectLst/>
                <a:latin typeface="Arial" panose="020B0604020202020204" pitchFamily="34" charset="0"/>
              </a:rPr>
              <a:t> </a:t>
            </a:r>
            <a:r>
              <a:rPr lang="en-US" sz="1800" dirty="0" err="1">
                <a:solidFill>
                  <a:srgbClr val="000000"/>
                </a:solidFill>
                <a:effectLst/>
                <a:latin typeface="Arial" panose="020B0604020202020204" pitchFamily="34" charset="0"/>
              </a:rPr>
              <a:t>sử</a:t>
            </a:r>
            <a:r>
              <a:rPr lang="en-US" sz="1800" dirty="0">
                <a:solidFill>
                  <a:srgbClr val="000000"/>
                </a:solidFill>
                <a:effectLst/>
                <a:latin typeface="Arial" panose="020B0604020202020204" pitchFamily="34" charset="0"/>
              </a:rPr>
              <a:t> </a:t>
            </a:r>
            <a:r>
              <a:rPr lang="en-US" sz="1800" dirty="0" err="1">
                <a:solidFill>
                  <a:srgbClr val="000000"/>
                </a:solidFill>
                <a:effectLst/>
                <a:latin typeface="Arial" panose="020B0604020202020204" pitchFamily="34" charset="0"/>
              </a:rPr>
              <a:t>dụng</a:t>
            </a:r>
            <a:r>
              <a:rPr lang="en-US" sz="1800" dirty="0">
                <a:solidFill>
                  <a:srgbClr val="000000"/>
                </a:solidFill>
                <a:effectLst/>
                <a:latin typeface="Arial" panose="020B0604020202020204" pitchFamily="34" charset="0"/>
              </a:rPr>
              <a:t> </a:t>
            </a:r>
            <a:r>
              <a:rPr lang="en-US" sz="1800" dirty="0" err="1">
                <a:solidFill>
                  <a:srgbClr val="000000"/>
                </a:solidFill>
                <a:effectLst/>
                <a:latin typeface="Arial" panose="020B0604020202020204" pitchFamily="34" charset="0"/>
              </a:rPr>
              <a:t>hàm</a:t>
            </a:r>
            <a:r>
              <a:rPr lang="en-US" sz="1800" dirty="0">
                <a:solidFill>
                  <a:srgbClr val="000000"/>
                </a:solidFill>
                <a:effectLst/>
                <a:latin typeface="Arial" panose="020B0604020202020204" pitchFamily="34" charset="0"/>
              </a:rPr>
              <a:t> ‘predict’ </a:t>
            </a:r>
            <a:r>
              <a:rPr lang="en-US" sz="1800" dirty="0" err="1">
                <a:solidFill>
                  <a:srgbClr val="000000"/>
                </a:solidFill>
                <a:effectLst/>
                <a:latin typeface="Arial" panose="020B0604020202020204" pitchFamily="34" charset="0"/>
              </a:rPr>
              <a:t>để</a:t>
            </a:r>
            <a:r>
              <a:rPr lang="en-US" sz="1800" dirty="0">
                <a:solidFill>
                  <a:srgbClr val="000000"/>
                </a:solidFill>
                <a:effectLst/>
                <a:latin typeface="Arial" panose="020B0604020202020204" pitchFamily="34" charset="0"/>
              </a:rPr>
              <a:t> </a:t>
            </a:r>
            <a:r>
              <a:rPr lang="en-US" sz="1800" dirty="0" err="1">
                <a:solidFill>
                  <a:srgbClr val="000000"/>
                </a:solidFill>
                <a:effectLst/>
                <a:latin typeface="Arial" panose="020B0604020202020204" pitchFamily="34" charset="0"/>
              </a:rPr>
              <a:t>dự</a:t>
            </a:r>
            <a:r>
              <a:rPr lang="en-US" sz="1800" dirty="0">
                <a:solidFill>
                  <a:srgbClr val="000000"/>
                </a:solidFill>
                <a:effectLst/>
                <a:latin typeface="Arial" panose="020B0604020202020204" pitchFamily="34" charset="0"/>
              </a:rPr>
              <a:t> </a:t>
            </a:r>
            <a:r>
              <a:rPr lang="en-US" sz="1800" dirty="0" err="1">
                <a:solidFill>
                  <a:srgbClr val="000000"/>
                </a:solidFill>
                <a:effectLst/>
                <a:latin typeface="Arial" panose="020B0604020202020204" pitchFamily="34" charset="0"/>
              </a:rPr>
              <a:t>đoán</a:t>
            </a:r>
            <a:r>
              <a:rPr lang="en-US" sz="1800" dirty="0">
                <a:solidFill>
                  <a:srgbClr val="000000"/>
                </a:solidFill>
                <a:effectLst/>
                <a:latin typeface="Arial" panose="020B0604020202020204" pitchFamily="34" charset="0"/>
              </a:rPr>
              <a:t> </a:t>
            </a:r>
            <a:r>
              <a:rPr lang="en-US" sz="1800" dirty="0" err="1">
                <a:solidFill>
                  <a:srgbClr val="000000"/>
                </a:solidFill>
                <a:effectLst/>
                <a:latin typeface="Arial" panose="020B0604020202020204" pitchFamily="34" charset="0"/>
              </a:rPr>
              <a:t>nhãn</a:t>
            </a:r>
            <a:r>
              <a:rPr lang="en-US" sz="1800" dirty="0">
                <a:solidFill>
                  <a:srgbClr val="000000"/>
                </a:solidFill>
                <a:effectLst/>
                <a:latin typeface="Arial" panose="020B0604020202020204" pitchFamily="34" charset="0"/>
              </a:rPr>
              <a:t> </a:t>
            </a:r>
            <a:r>
              <a:rPr lang="en-US" sz="1800" dirty="0" err="1">
                <a:solidFill>
                  <a:srgbClr val="000000"/>
                </a:solidFill>
                <a:effectLst/>
                <a:latin typeface="Arial" panose="020B0604020202020204" pitchFamily="34" charset="0"/>
              </a:rPr>
              <a:t>cho</a:t>
            </a:r>
            <a:r>
              <a:rPr lang="en-US" sz="1800" dirty="0">
                <a:solidFill>
                  <a:srgbClr val="000000"/>
                </a:solidFill>
                <a:effectLst/>
                <a:latin typeface="Arial" panose="020B0604020202020204" pitchFamily="34" charset="0"/>
              </a:rPr>
              <a:t> </a:t>
            </a:r>
            <a:r>
              <a:rPr lang="en-US" sz="1800" dirty="0" err="1">
                <a:solidFill>
                  <a:srgbClr val="000000"/>
                </a:solidFill>
                <a:effectLst/>
                <a:latin typeface="Arial" panose="020B0604020202020204" pitchFamily="34" charset="0"/>
              </a:rPr>
              <a:t>từng</a:t>
            </a:r>
            <a:r>
              <a:rPr lang="en-US" sz="1800" dirty="0">
                <a:solidFill>
                  <a:srgbClr val="000000"/>
                </a:solidFill>
                <a:effectLst/>
                <a:latin typeface="Arial" panose="020B0604020202020204" pitchFamily="34" charset="0"/>
              </a:rPr>
              <a:t> </a:t>
            </a:r>
            <a:r>
              <a:rPr lang="en-US" sz="1800" dirty="0" err="1">
                <a:solidFill>
                  <a:srgbClr val="000000"/>
                </a:solidFill>
                <a:effectLst/>
                <a:latin typeface="Arial" panose="020B0604020202020204" pitchFamily="34" charset="0"/>
              </a:rPr>
              <a:t>điểm</a:t>
            </a:r>
            <a:r>
              <a:rPr lang="en-US" sz="1800" dirty="0">
                <a:solidFill>
                  <a:srgbClr val="000000"/>
                </a:solidFill>
                <a:effectLst/>
                <a:latin typeface="Arial" panose="020B0604020202020204" pitchFamily="34" charset="0"/>
              </a:rPr>
              <a:t> </a:t>
            </a:r>
            <a:r>
              <a:rPr lang="en-US" sz="1800" dirty="0" err="1">
                <a:solidFill>
                  <a:srgbClr val="000000"/>
                </a:solidFill>
                <a:effectLst/>
                <a:latin typeface="Arial" panose="020B0604020202020204" pitchFamily="34" charset="0"/>
              </a:rPr>
              <a:t>dữ</a:t>
            </a:r>
            <a:r>
              <a:rPr lang="en-US" sz="1800" dirty="0">
                <a:solidFill>
                  <a:srgbClr val="000000"/>
                </a:solidFill>
                <a:effectLst/>
                <a:latin typeface="Arial" panose="020B0604020202020204" pitchFamily="34" charset="0"/>
              </a:rPr>
              <a:t> </a:t>
            </a:r>
            <a:r>
              <a:rPr lang="en-US" sz="1800" dirty="0" err="1">
                <a:solidFill>
                  <a:srgbClr val="000000"/>
                </a:solidFill>
                <a:effectLst/>
                <a:latin typeface="Arial" panose="020B0604020202020204" pitchFamily="34" charset="0"/>
              </a:rPr>
              <a:t>liệu</a:t>
            </a:r>
            <a:r>
              <a:rPr lang="en-US" sz="1800" dirty="0">
                <a:solidFill>
                  <a:srgbClr val="000000"/>
                </a:solidFill>
                <a:effectLst/>
                <a:latin typeface="Arial" panose="020B0604020202020204" pitchFamily="34" charset="0"/>
              </a:rPr>
              <a:t> </a:t>
            </a:r>
            <a:r>
              <a:rPr lang="en-US" sz="1800" dirty="0" err="1">
                <a:solidFill>
                  <a:srgbClr val="000000"/>
                </a:solidFill>
                <a:effectLst/>
                <a:latin typeface="Arial" panose="020B0604020202020204" pitchFamily="34" charset="0"/>
              </a:rPr>
              <a:t>thử</a:t>
            </a:r>
            <a:r>
              <a:rPr lang="en-US" sz="1800" dirty="0">
                <a:solidFill>
                  <a:srgbClr val="000000"/>
                </a:solidFill>
                <a:effectLst/>
                <a:latin typeface="Arial" panose="020B0604020202020204" pitchFamily="34" charset="0"/>
              </a:rPr>
              <a:t> </a:t>
            </a:r>
            <a:r>
              <a:rPr lang="en-US" sz="1800" dirty="0" err="1">
                <a:solidFill>
                  <a:srgbClr val="000000"/>
                </a:solidFill>
                <a:effectLst/>
                <a:latin typeface="Arial" panose="020B0604020202020204" pitchFamily="34" charset="0"/>
              </a:rPr>
              <a:t>nghiệm</a:t>
            </a:r>
            <a:r>
              <a:rPr lang="en-US" sz="1800" dirty="0">
                <a:solidFill>
                  <a:srgbClr val="000000"/>
                </a:solidFill>
                <a:effectLst/>
                <a:latin typeface="Arial" panose="020B0604020202020204" pitchFamily="34" charset="0"/>
              </a:rPr>
              <a:t> </a:t>
            </a:r>
            <a:r>
              <a:rPr lang="en-US" sz="1800" dirty="0" err="1">
                <a:solidFill>
                  <a:srgbClr val="000000"/>
                </a:solidFill>
                <a:effectLst/>
                <a:latin typeface="Arial" panose="020B0604020202020204" pitchFamily="34" charset="0"/>
              </a:rPr>
              <a:t>trong</a:t>
            </a:r>
            <a:r>
              <a:rPr lang="en-US" sz="1800" dirty="0">
                <a:solidFill>
                  <a:srgbClr val="000000"/>
                </a:solidFill>
                <a:effectLst/>
                <a:latin typeface="Arial" panose="020B0604020202020204" pitchFamily="34" charset="0"/>
              </a:rPr>
              <a:t> </a:t>
            </a:r>
            <a:r>
              <a:rPr lang="en-US" sz="1800" dirty="0" err="1">
                <a:solidFill>
                  <a:srgbClr val="000000"/>
                </a:solidFill>
                <a:effectLst/>
                <a:latin typeface="Arial" panose="020B0604020202020204" pitchFamily="34" charset="0"/>
              </a:rPr>
              <a:t>tập</a:t>
            </a:r>
            <a:r>
              <a:rPr lang="en-US" sz="1800" dirty="0">
                <a:solidFill>
                  <a:srgbClr val="000000"/>
                </a:solidFill>
                <a:effectLst/>
                <a:latin typeface="Arial" panose="020B0604020202020204" pitchFamily="34" charset="0"/>
              </a:rPr>
              <a:t> </a:t>
            </a:r>
            <a:r>
              <a:rPr lang="en-US" sz="1800" dirty="0" err="1">
                <a:solidFill>
                  <a:srgbClr val="000000"/>
                </a:solidFill>
                <a:effectLst/>
                <a:latin typeface="Arial" panose="020B0604020202020204" pitchFamily="34" charset="0"/>
              </a:rPr>
              <a:t>kiểm</a:t>
            </a:r>
            <a:r>
              <a:rPr lang="en-US" sz="1800" dirty="0">
                <a:solidFill>
                  <a:srgbClr val="000000"/>
                </a:solidFill>
                <a:effectLst/>
                <a:latin typeface="Arial" panose="020B0604020202020204" pitchFamily="34" charset="0"/>
              </a:rPr>
              <a:t> </a:t>
            </a:r>
            <a:r>
              <a:rPr lang="en-US" sz="1800" dirty="0" err="1">
                <a:solidFill>
                  <a:srgbClr val="000000"/>
                </a:solidFill>
                <a:effectLst/>
                <a:latin typeface="Arial" panose="020B0604020202020204" pitchFamily="34" charset="0"/>
              </a:rPr>
              <a:t>tra</a:t>
            </a:r>
            <a:r>
              <a:rPr lang="en-US" sz="1800" dirty="0">
                <a:solidFill>
                  <a:srgbClr val="000000"/>
                </a:solidFill>
                <a:effectLst/>
                <a:latin typeface="Arial" panose="020B0604020202020204" pitchFamily="34" charset="0"/>
              </a:rPr>
              <a:t>.</a:t>
            </a:r>
            <a:endParaRPr lang="vi-VN" dirty="0">
              <a:solidFill>
                <a:srgbClr val="000000"/>
              </a:solidFill>
              <a:latin typeface="Arial" panose="020B0604020202020204" pitchFamily="34" charset="0"/>
            </a:endParaRPr>
          </a:p>
          <a:p>
            <a:pPr marL="285750" indent="-285750">
              <a:buFontTx/>
              <a:buChar char="-"/>
            </a:pPr>
            <a:endParaRPr lang="vi-VN" sz="1800" dirty="0">
              <a:solidFill>
                <a:srgbClr val="000000"/>
              </a:solidFill>
              <a:effectLst/>
              <a:latin typeface="Arial" panose="020B0604020202020204" pitchFamily="34" charset="0"/>
            </a:endParaRPr>
          </a:p>
          <a:p>
            <a:pPr marL="285750" indent="-285750">
              <a:buFontTx/>
              <a:buChar char="-"/>
            </a:pPr>
            <a:r>
              <a:rPr lang="en-US" sz="1800" dirty="0" err="1">
                <a:solidFill>
                  <a:srgbClr val="000000"/>
                </a:solidFill>
                <a:effectLst/>
                <a:latin typeface="Arial" panose="020B0604020202020204" pitchFamily="34" charset="0"/>
              </a:rPr>
              <a:t>Tính</a:t>
            </a:r>
            <a:r>
              <a:rPr lang="en-US" sz="1800" dirty="0">
                <a:solidFill>
                  <a:srgbClr val="000000"/>
                </a:solidFill>
                <a:effectLst/>
                <a:latin typeface="Arial" panose="020B0604020202020204" pitchFamily="34" charset="0"/>
              </a:rPr>
              <a:t> </a:t>
            </a:r>
            <a:r>
              <a:rPr lang="en-US" sz="1800" dirty="0" err="1">
                <a:solidFill>
                  <a:srgbClr val="000000"/>
                </a:solidFill>
                <a:effectLst/>
                <a:latin typeface="Arial" panose="020B0604020202020204" pitchFamily="34" charset="0"/>
              </a:rPr>
              <a:t>khoảng</a:t>
            </a:r>
            <a:r>
              <a:rPr lang="en-US" sz="1800" dirty="0">
                <a:solidFill>
                  <a:srgbClr val="000000"/>
                </a:solidFill>
                <a:effectLst/>
                <a:latin typeface="Arial" panose="020B0604020202020204" pitchFamily="34" charset="0"/>
              </a:rPr>
              <a:t> </a:t>
            </a:r>
            <a:r>
              <a:rPr lang="en-US" sz="1800" dirty="0" err="1">
                <a:solidFill>
                  <a:srgbClr val="000000"/>
                </a:solidFill>
                <a:effectLst/>
                <a:latin typeface="Arial" panose="020B0604020202020204" pitchFamily="34" charset="0"/>
              </a:rPr>
              <a:t>cách</a:t>
            </a:r>
            <a:r>
              <a:rPr lang="en-US" sz="1800" dirty="0">
                <a:solidFill>
                  <a:srgbClr val="000000"/>
                </a:solidFill>
                <a:effectLst/>
                <a:latin typeface="Arial" panose="020B0604020202020204" pitchFamily="34" charset="0"/>
              </a:rPr>
              <a:t> Euclide </a:t>
            </a:r>
            <a:r>
              <a:rPr lang="en-US" sz="1800" dirty="0" err="1">
                <a:solidFill>
                  <a:srgbClr val="000000"/>
                </a:solidFill>
                <a:effectLst/>
                <a:latin typeface="Arial" panose="020B0604020202020204" pitchFamily="34" charset="0"/>
              </a:rPr>
              <a:t>giữa</a:t>
            </a:r>
            <a:r>
              <a:rPr lang="en-US" sz="1800" dirty="0">
                <a:solidFill>
                  <a:srgbClr val="000000"/>
                </a:solidFill>
                <a:effectLst/>
                <a:latin typeface="Arial" panose="020B0604020202020204" pitchFamily="34" charset="0"/>
              </a:rPr>
              <a:t> </a:t>
            </a:r>
            <a:r>
              <a:rPr lang="en-US" sz="1800" dirty="0" err="1">
                <a:solidFill>
                  <a:srgbClr val="000000"/>
                </a:solidFill>
                <a:effectLst/>
                <a:latin typeface="Arial" panose="020B0604020202020204" pitchFamily="34" charset="0"/>
              </a:rPr>
              <a:t>hai</a:t>
            </a:r>
            <a:r>
              <a:rPr lang="en-US" sz="1800" dirty="0">
                <a:solidFill>
                  <a:srgbClr val="000000"/>
                </a:solidFill>
                <a:effectLst/>
                <a:latin typeface="Arial" panose="020B0604020202020204" pitchFamily="34" charset="0"/>
              </a:rPr>
              <a:t> </a:t>
            </a:r>
            <a:r>
              <a:rPr lang="en-US" sz="1800" dirty="0" err="1">
                <a:solidFill>
                  <a:srgbClr val="000000"/>
                </a:solidFill>
                <a:effectLst/>
                <a:latin typeface="Arial" panose="020B0604020202020204" pitchFamily="34" charset="0"/>
              </a:rPr>
              <a:t>điểm</a:t>
            </a:r>
            <a:r>
              <a:rPr lang="en-US" sz="1800" dirty="0">
                <a:solidFill>
                  <a:srgbClr val="000000"/>
                </a:solidFill>
                <a:effectLst/>
                <a:latin typeface="Arial" panose="020B0604020202020204" pitchFamily="34" charset="0"/>
              </a:rPr>
              <a:t> </a:t>
            </a:r>
            <a:r>
              <a:rPr lang="en-US" sz="1800" dirty="0" err="1">
                <a:solidFill>
                  <a:srgbClr val="000000"/>
                </a:solidFill>
                <a:effectLst/>
                <a:latin typeface="Arial" panose="020B0604020202020204" pitchFamily="34" charset="0"/>
              </a:rPr>
              <a:t>trong</a:t>
            </a:r>
            <a:r>
              <a:rPr lang="en-US" sz="1800" dirty="0">
                <a:solidFill>
                  <a:srgbClr val="000000"/>
                </a:solidFill>
                <a:effectLst/>
                <a:latin typeface="Arial" panose="020B0604020202020204" pitchFamily="34" charset="0"/>
              </a:rPr>
              <a:t> </a:t>
            </a:r>
            <a:r>
              <a:rPr lang="en-US" sz="1800" dirty="0" err="1">
                <a:solidFill>
                  <a:srgbClr val="000000"/>
                </a:solidFill>
                <a:effectLst/>
                <a:latin typeface="Arial" panose="020B0604020202020204" pitchFamily="34" charset="0"/>
              </a:rPr>
              <a:t>không</a:t>
            </a:r>
            <a:r>
              <a:rPr lang="en-US" sz="1800" dirty="0">
                <a:solidFill>
                  <a:srgbClr val="000000"/>
                </a:solidFill>
                <a:effectLst/>
                <a:latin typeface="Arial" panose="020B0604020202020204" pitchFamily="34" charset="0"/>
              </a:rPr>
              <a:t> </a:t>
            </a:r>
            <a:r>
              <a:rPr lang="en-US" sz="1800" dirty="0" err="1">
                <a:solidFill>
                  <a:srgbClr val="000000"/>
                </a:solidFill>
                <a:effectLst/>
                <a:latin typeface="Arial" panose="020B0604020202020204" pitchFamily="34" charset="0"/>
              </a:rPr>
              <a:t>gian</a:t>
            </a:r>
            <a:r>
              <a:rPr lang="en-US" sz="1800" dirty="0">
                <a:solidFill>
                  <a:srgbClr val="000000"/>
                </a:solidFill>
                <a:effectLst/>
                <a:latin typeface="Arial" panose="020B0604020202020204" pitchFamily="34" charset="0"/>
              </a:rPr>
              <a:t> </a:t>
            </a:r>
            <a:r>
              <a:rPr lang="en-US" sz="1800" dirty="0" err="1">
                <a:solidFill>
                  <a:srgbClr val="000000"/>
                </a:solidFill>
                <a:effectLst/>
                <a:latin typeface="Arial" panose="020B0604020202020204" pitchFamily="34" charset="0"/>
              </a:rPr>
              <a:t>nhiều</a:t>
            </a:r>
            <a:r>
              <a:rPr lang="en-US" sz="1800" dirty="0">
                <a:solidFill>
                  <a:srgbClr val="000000"/>
                </a:solidFill>
                <a:effectLst/>
                <a:latin typeface="Arial" panose="020B0604020202020204" pitchFamily="34" charset="0"/>
              </a:rPr>
              <a:t> </a:t>
            </a:r>
            <a:r>
              <a:rPr lang="en-US" sz="1800" dirty="0" err="1">
                <a:solidFill>
                  <a:srgbClr val="000000"/>
                </a:solidFill>
                <a:effectLst/>
                <a:latin typeface="Arial" panose="020B0604020202020204" pitchFamily="34" charset="0"/>
              </a:rPr>
              <a:t>chiều</a:t>
            </a:r>
            <a:r>
              <a:rPr lang="vi-VN" dirty="0">
                <a:solidFill>
                  <a:srgbClr val="000000"/>
                </a:solidFill>
                <a:latin typeface="Arial" panose="020B0604020202020204" pitchFamily="34" charset="0"/>
              </a:rPr>
              <a:t> </a:t>
            </a:r>
            <a:r>
              <a:rPr lang="vi-VN" sz="1800" dirty="0">
                <a:solidFill>
                  <a:srgbClr val="000000"/>
                </a:solidFill>
                <a:effectLst/>
                <a:latin typeface="Arial" panose="020B0604020202020204" pitchFamily="34" charset="0"/>
              </a:rPr>
              <a:t>để xác định độ tương đồng giữa các điểm dữ liệu.</a:t>
            </a:r>
          </a:p>
          <a:p>
            <a:pPr marL="285750" indent="-285750">
              <a:buFontTx/>
              <a:buChar char="-"/>
            </a:pPr>
            <a:endParaRPr lang="vi-VN" sz="1800" dirty="0">
              <a:solidFill>
                <a:srgbClr val="000000"/>
              </a:solidFill>
              <a:effectLst/>
              <a:latin typeface="Arial" panose="020B0604020202020204" pitchFamily="34" charset="0"/>
            </a:endParaRPr>
          </a:p>
          <a:p>
            <a:pPr marL="285750" indent="-285750">
              <a:buFontTx/>
              <a:buChar char="-"/>
            </a:pPr>
            <a:r>
              <a:rPr lang="vi-VN" sz="1800" dirty="0">
                <a:solidFill>
                  <a:srgbClr val="000000"/>
                </a:solidFill>
                <a:effectLst/>
                <a:latin typeface="Arial" panose="020B0604020202020204" pitchFamily="34" charset="0"/>
              </a:rPr>
              <a:t>Sử dụng hàm accuracy để đánh giá hiệu suất của mô hình dự đoán.</a:t>
            </a:r>
          </a:p>
          <a:p>
            <a:pPr marL="285750" indent="-285750">
              <a:buFontTx/>
              <a:buChar char="-"/>
            </a:pPr>
            <a:endParaRPr lang="en-US" dirty="0"/>
          </a:p>
        </p:txBody>
      </p:sp>
    </p:spTree>
    <p:extLst>
      <p:ext uri="{BB962C8B-B14F-4D97-AF65-F5344CB8AC3E}">
        <p14:creationId xmlns:p14="http://schemas.microsoft.com/office/powerpoint/2010/main" val="5885432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5C98BA-021E-0807-95C1-F6F0420AA79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5190A714-EFDB-1BA6-5D49-E635D0D728E8}"/>
              </a:ext>
            </a:extLst>
          </p:cNvPr>
          <p:cNvSpPr txBox="1"/>
          <p:nvPr/>
        </p:nvSpPr>
        <p:spPr>
          <a:xfrm>
            <a:off x="285136" y="87480"/>
            <a:ext cx="6096000" cy="461665"/>
          </a:xfrm>
          <a:prstGeom prst="rect">
            <a:avLst/>
          </a:prstGeom>
          <a:noFill/>
        </p:spPr>
        <p:txBody>
          <a:bodyPr wrap="square">
            <a:spAutoFit/>
          </a:bodyPr>
          <a:lstStyle/>
          <a:p>
            <a:r>
              <a:rPr lang="en-US" sz="2400" b="1" i="0" u="none" strike="noStrike" dirty="0" err="1">
                <a:solidFill>
                  <a:schemeClr val="bg1"/>
                </a:solidFill>
                <a:effectLst/>
                <a:latin typeface="Arial" panose="020B0604020202020204" pitchFamily="34" charset="0"/>
              </a:rPr>
              <a:t>Xây</a:t>
            </a:r>
            <a:r>
              <a:rPr lang="en-US" sz="2400" b="1" i="0" u="none" strike="noStrike" dirty="0">
                <a:solidFill>
                  <a:schemeClr val="bg1"/>
                </a:solidFill>
                <a:effectLst/>
                <a:latin typeface="Arial" panose="020B0604020202020204" pitchFamily="34" charset="0"/>
              </a:rPr>
              <a:t> </a:t>
            </a:r>
            <a:r>
              <a:rPr lang="en-US" sz="2400" b="1" i="0" u="none" strike="noStrike" dirty="0" err="1">
                <a:solidFill>
                  <a:schemeClr val="bg1"/>
                </a:solidFill>
                <a:effectLst/>
                <a:latin typeface="Arial" panose="020B0604020202020204" pitchFamily="34" charset="0"/>
              </a:rPr>
              <a:t>dựng</a:t>
            </a:r>
            <a:r>
              <a:rPr lang="en-US" sz="2400" b="1" i="0" u="none" strike="noStrike" dirty="0">
                <a:solidFill>
                  <a:schemeClr val="bg1"/>
                </a:solidFill>
                <a:effectLst/>
                <a:latin typeface="Arial" panose="020B0604020202020204" pitchFamily="34" charset="0"/>
              </a:rPr>
              <a:t> </a:t>
            </a:r>
            <a:r>
              <a:rPr lang="en-US" sz="2400" b="1" i="0" u="none" strike="noStrike" dirty="0" err="1">
                <a:solidFill>
                  <a:schemeClr val="bg1"/>
                </a:solidFill>
                <a:effectLst/>
                <a:latin typeface="Arial" panose="020B0604020202020204" pitchFamily="34" charset="0"/>
              </a:rPr>
              <a:t>mô</a:t>
            </a:r>
            <a:r>
              <a:rPr lang="en-US" sz="2400" b="1" i="0" u="none" strike="noStrike" dirty="0">
                <a:solidFill>
                  <a:schemeClr val="bg1"/>
                </a:solidFill>
                <a:effectLst/>
                <a:latin typeface="Arial" panose="020B0604020202020204" pitchFamily="34" charset="0"/>
              </a:rPr>
              <a:t> </a:t>
            </a:r>
            <a:r>
              <a:rPr lang="en-US" sz="2400" b="1" i="0" u="none" strike="noStrike" dirty="0" err="1">
                <a:solidFill>
                  <a:schemeClr val="bg1"/>
                </a:solidFill>
                <a:effectLst/>
                <a:latin typeface="Arial" panose="020B0604020202020204" pitchFamily="34" charset="0"/>
              </a:rPr>
              <a:t>hình</a:t>
            </a:r>
            <a:r>
              <a:rPr lang="en-US" sz="2400" b="1" i="0" u="none" strike="noStrike" dirty="0">
                <a:solidFill>
                  <a:schemeClr val="bg1"/>
                </a:solidFill>
                <a:effectLst/>
                <a:latin typeface="Arial" panose="020B0604020202020204" pitchFamily="34" charset="0"/>
              </a:rPr>
              <a:t> </a:t>
            </a:r>
            <a:r>
              <a:rPr lang="en-US" sz="2400" b="1" i="0" u="none" strike="noStrike" dirty="0" err="1">
                <a:solidFill>
                  <a:schemeClr val="bg1"/>
                </a:solidFill>
                <a:effectLst/>
                <a:latin typeface="Arial" panose="020B0604020202020204" pitchFamily="34" charset="0"/>
              </a:rPr>
              <a:t>và</a:t>
            </a:r>
            <a:r>
              <a:rPr lang="en-US" sz="2400" b="1" i="0" u="none" strike="noStrike" dirty="0">
                <a:solidFill>
                  <a:schemeClr val="bg1"/>
                </a:solidFill>
                <a:effectLst/>
                <a:latin typeface="Arial" panose="020B0604020202020204" pitchFamily="34" charset="0"/>
              </a:rPr>
              <a:t> </a:t>
            </a:r>
            <a:r>
              <a:rPr lang="en-US" sz="2400" b="1" i="0" u="none" strike="noStrike" dirty="0" err="1">
                <a:solidFill>
                  <a:schemeClr val="bg1"/>
                </a:solidFill>
                <a:effectLst/>
                <a:latin typeface="Arial" panose="020B0604020202020204" pitchFamily="34" charset="0"/>
              </a:rPr>
              <a:t>huấn</a:t>
            </a:r>
            <a:r>
              <a:rPr lang="en-US" sz="2400" b="1" i="0" u="none" strike="noStrike" dirty="0">
                <a:solidFill>
                  <a:schemeClr val="bg1"/>
                </a:solidFill>
                <a:effectLst/>
                <a:latin typeface="Arial" panose="020B0604020202020204" pitchFamily="34" charset="0"/>
              </a:rPr>
              <a:t> </a:t>
            </a:r>
            <a:r>
              <a:rPr lang="en-US" sz="2400" b="1" i="0" u="none" strike="noStrike" dirty="0" err="1">
                <a:solidFill>
                  <a:schemeClr val="bg1"/>
                </a:solidFill>
                <a:effectLst/>
                <a:latin typeface="Arial" panose="020B0604020202020204" pitchFamily="34" charset="0"/>
              </a:rPr>
              <a:t>luyện</a:t>
            </a:r>
            <a:endParaRPr lang="en-US" sz="2400" dirty="0">
              <a:solidFill>
                <a:schemeClr val="bg1"/>
              </a:solidFill>
            </a:endParaRPr>
          </a:p>
        </p:txBody>
      </p:sp>
      <p:sp>
        <p:nvSpPr>
          <p:cNvPr id="7" name="TextBox 6">
            <a:extLst>
              <a:ext uri="{FF2B5EF4-FFF2-40B4-BE49-F238E27FC236}">
                <a16:creationId xmlns:a16="http://schemas.microsoft.com/office/drawing/2014/main" id="{CF043EA3-FA41-DAC7-FAD8-E8ED8AB949B2}"/>
              </a:ext>
            </a:extLst>
          </p:cNvPr>
          <p:cNvSpPr txBox="1"/>
          <p:nvPr/>
        </p:nvSpPr>
        <p:spPr>
          <a:xfrm>
            <a:off x="648925" y="1076431"/>
            <a:ext cx="10579510" cy="400110"/>
          </a:xfrm>
          <a:prstGeom prst="rect">
            <a:avLst/>
          </a:prstGeom>
          <a:noFill/>
        </p:spPr>
        <p:txBody>
          <a:bodyPr wrap="square">
            <a:spAutoFit/>
          </a:bodyPr>
          <a:lstStyle/>
          <a:p>
            <a:pPr algn="just" rtl="0">
              <a:spcBef>
                <a:spcPts val="1800"/>
              </a:spcBef>
              <a:spcAft>
                <a:spcPts val="600"/>
              </a:spcAft>
            </a:pPr>
            <a:r>
              <a:rPr lang="vi-VN" sz="2000" dirty="0">
                <a:solidFill>
                  <a:srgbClr val="000000"/>
                </a:solidFill>
                <a:effectLst/>
                <a:latin typeface="+mj-lt"/>
              </a:rPr>
              <a:t>4.</a:t>
            </a:r>
            <a:r>
              <a:rPr lang="en-US" sz="2000" dirty="0">
                <a:solidFill>
                  <a:srgbClr val="000000"/>
                </a:solidFill>
                <a:effectLst/>
                <a:latin typeface="+mj-lt"/>
              </a:rPr>
              <a:t> </a:t>
            </a:r>
            <a:r>
              <a:rPr lang="en-US" sz="2000" dirty="0" err="1">
                <a:solidFill>
                  <a:srgbClr val="000000"/>
                </a:solidFill>
                <a:effectLst/>
                <a:latin typeface="+mj-lt"/>
              </a:rPr>
              <a:t>Huấn</a:t>
            </a:r>
            <a:r>
              <a:rPr lang="en-US" sz="2000" dirty="0">
                <a:solidFill>
                  <a:srgbClr val="000000"/>
                </a:solidFill>
                <a:effectLst/>
                <a:latin typeface="+mj-lt"/>
              </a:rPr>
              <a:t> </a:t>
            </a:r>
            <a:r>
              <a:rPr lang="en-US" sz="2000" dirty="0" err="1">
                <a:solidFill>
                  <a:srgbClr val="000000"/>
                </a:solidFill>
                <a:effectLst/>
                <a:latin typeface="+mj-lt"/>
              </a:rPr>
              <a:t>luyện</a:t>
            </a:r>
            <a:r>
              <a:rPr lang="en-US" sz="2000" dirty="0">
                <a:solidFill>
                  <a:srgbClr val="000000"/>
                </a:solidFill>
                <a:effectLst/>
                <a:latin typeface="+mj-lt"/>
              </a:rPr>
              <a:t> </a:t>
            </a:r>
            <a:r>
              <a:rPr lang="en-US" sz="2000" dirty="0" err="1">
                <a:solidFill>
                  <a:srgbClr val="000000"/>
                </a:solidFill>
                <a:effectLst/>
                <a:latin typeface="+mj-lt"/>
              </a:rPr>
              <a:t>và</a:t>
            </a:r>
            <a:r>
              <a:rPr lang="en-US" sz="2000" dirty="0">
                <a:solidFill>
                  <a:srgbClr val="000000"/>
                </a:solidFill>
                <a:effectLst/>
                <a:latin typeface="+mj-lt"/>
              </a:rPr>
              <a:t> </a:t>
            </a:r>
            <a:r>
              <a:rPr lang="en-US" sz="2000" dirty="0" err="1">
                <a:solidFill>
                  <a:srgbClr val="000000"/>
                </a:solidFill>
                <a:effectLst/>
                <a:latin typeface="+mj-lt"/>
              </a:rPr>
              <a:t>kiểm</a:t>
            </a:r>
            <a:r>
              <a:rPr lang="en-US" sz="2000" dirty="0">
                <a:solidFill>
                  <a:srgbClr val="000000"/>
                </a:solidFill>
                <a:effectLst/>
                <a:latin typeface="+mj-lt"/>
              </a:rPr>
              <a:t> </a:t>
            </a:r>
            <a:r>
              <a:rPr lang="en-US" sz="2000" dirty="0" err="1">
                <a:solidFill>
                  <a:srgbClr val="000000"/>
                </a:solidFill>
                <a:effectLst/>
                <a:latin typeface="+mj-lt"/>
              </a:rPr>
              <a:t>tra</a:t>
            </a:r>
            <a:r>
              <a:rPr lang="en-US" sz="2000" dirty="0">
                <a:solidFill>
                  <a:srgbClr val="000000"/>
                </a:solidFill>
                <a:effectLst/>
                <a:latin typeface="+mj-lt"/>
              </a:rPr>
              <a:t> </a:t>
            </a:r>
            <a:r>
              <a:rPr lang="en-US" sz="2000" dirty="0" err="1">
                <a:solidFill>
                  <a:srgbClr val="000000"/>
                </a:solidFill>
                <a:effectLst/>
                <a:latin typeface="+mj-lt"/>
              </a:rPr>
              <a:t>mô</a:t>
            </a:r>
            <a:r>
              <a:rPr lang="en-US" sz="2000" dirty="0">
                <a:solidFill>
                  <a:srgbClr val="000000"/>
                </a:solidFill>
                <a:effectLst/>
                <a:latin typeface="+mj-lt"/>
              </a:rPr>
              <a:t> </a:t>
            </a:r>
            <a:r>
              <a:rPr lang="en-US" sz="2000" dirty="0" err="1">
                <a:solidFill>
                  <a:srgbClr val="000000"/>
                </a:solidFill>
                <a:effectLst/>
                <a:latin typeface="+mj-lt"/>
              </a:rPr>
              <a:t>hình</a:t>
            </a:r>
            <a:endParaRPr lang="en-US" sz="2000" dirty="0">
              <a:effectLst/>
              <a:latin typeface="+mj-lt"/>
            </a:endParaRPr>
          </a:p>
        </p:txBody>
      </p:sp>
      <p:sp>
        <p:nvSpPr>
          <p:cNvPr id="3" name="TextBox 2">
            <a:extLst>
              <a:ext uri="{FF2B5EF4-FFF2-40B4-BE49-F238E27FC236}">
                <a16:creationId xmlns:a16="http://schemas.microsoft.com/office/drawing/2014/main" id="{1714BFB8-6149-C7B4-7D65-2944ECA3545C}"/>
              </a:ext>
            </a:extLst>
          </p:cNvPr>
          <p:cNvSpPr txBox="1"/>
          <p:nvPr/>
        </p:nvSpPr>
        <p:spPr>
          <a:xfrm>
            <a:off x="904568" y="1476541"/>
            <a:ext cx="6096000" cy="369332"/>
          </a:xfrm>
          <a:prstGeom prst="rect">
            <a:avLst/>
          </a:prstGeom>
          <a:noFill/>
        </p:spPr>
        <p:txBody>
          <a:bodyPr wrap="square">
            <a:spAutoFit/>
          </a:bodyPr>
          <a:lstStyle/>
          <a:p>
            <a:r>
              <a:rPr lang="en-US" sz="1800" dirty="0" err="1">
                <a:solidFill>
                  <a:srgbClr val="000000"/>
                </a:solidFill>
                <a:effectLst/>
                <a:latin typeface="Arial" panose="020B0604020202020204" pitchFamily="34" charset="0"/>
              </a:rPr>
              <a:t>Thử</a:t>
            </a:r>
            <a:r>
              <a:rPr lang="en-US" sz="1800" dirty="0">
                <a:solidFill>
                  <a:srgbClr val="000000"/>
                </a:solidFill>
                <a:effectLst/>
                <a:latin typeface="Arial" panose="020B0604020202020204" pitchFamily="34" charset="0"/>
              </a:rPr>
              <a:t> </a:t>
            </a:r>
            <a:r>
              <a:rPr lang="en-US" sz="1800" dirty="0" err="1">
                <a:solidFill>
                  <a:srgbClr val="000000"/>
                </a:solidFill>
                <a:effectLst/>
                <a:latin typeface="Arial" panose="020B0604020202020204" pitchFamily="34" charset="0"/>
              </a:rPr>
              <a:t>với</a:t>
            </a:r>
            <a:r>
              <a:rPr lang="en-US" sz="1800" dirty="0">
                <a:solidFill>
                  <a:srgbClr val="000000"/>
                </a:solidFill>
                <a:effectLst/>
                <a:latin typeface="Arial" panose="020B0604020202020204" pitchFamily="34" charset="0"/>
              </a:rPr>
              <a:t> k = 35:</a:t>
            </a:r>
            <a:endParaRPr lang="en-US" dirty="0"/>
          </a:p>
        </p:txBody>
      </p:sp>
      <p:pic>
        <p:nvPicPr>
          <p:cNvPr id="6" name="Picture 5">
            <a:extLst>
              <a:ext uri="{FF2B5EF4-FFF2-40B4-BE49-F238E27FC236}">
                <a16:creationId xmlns:a16="http://schemas.microsoft.com/office/drawing/2014/main" id="{DCD04960-B8FB-03AC-BA16-04E4636CC011}"/>
              </a:ext>
            </a:extLst>
          </p:cNvPr>
          <p:cNvPicPr>
            <a:picLocks noChangeAspect="1"/>
          </p:cNvPicPr>
          <p:nvPr/>
        </p:nvPicPr>
        <p:blipFill>
          <a:blip r:embed="rId2"/>
          <a:stretch>
            <a:fillRect/>
          </a:stretch>
        </p:blipFill>
        <p:spPr>
          <a:xfrm>
            <a:off x="2937421" y="2001369"/>
            <a:ext cx="6317158" cy="3935164"/>
          </a:xfrm>
          <a:prstGeom prst="rect">
            <a:avLst/>
          </a:prstGeom>
        </p:spPr>
      </p:pic>
    </p:spTree>
    <p:extLst>
      <p:ext uri="{BB962C8B-B14F-4D97-AF65-F5344CB8AC3E}">
        <p14:creationId xmlns:p14="http://schemas.microsoft.com/office/powerpoint/2010/main" val="26101250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96573A5-F204-31CE-F7E5-E705C961B2A2}"/>
              </a:ext>
            </a:extLst>
          </p:cNvPr>
          <p:cNvSpPr txBox="1"/>
          <p:nvPr/>
        </p:nvSpPr>
        <p:spPr>
          <a:xfrm>
            <a:off x="294968" y="110301"/>
            <a:ext cx="6096000" cy="461665"/>
          </a:xfrm>
          <a:prstGeom prst="rect">
            <a:avLst/>
          </a:prstGeom>
          <a:noFill/>
        </p:spPr>
        <p:txBody>
          <a:bodyPr wrap="square">
            <a:spAutoFit/>
          </a:bodyPr>
          <a:lstStyle/>
          <a:p>
            <a:r>
              <a:rPr lang="en-US" sz="2400" b="1" i="0" u="none" strike="noStrike" dirty="0" err="1">
                <a:solidFill>
                  <a:schemeClr val="bg1"/>
                </a:solidFill>
                <a:effectLst/>
                <a:latin typeface="Arial" panose="020B0604020202020204" pitchFamily="34" charset="0"/>
              </a:rPr>
              <a:t>Đánh</a:t>
            </a:r>
            <a:r>
              <a:rPr lang="en-US" sz="2400" b="1" i="0" u="none" strike="noStrike" dirty="0">
                <a:solidFill>
                  <a:schemeClr val="bg1"/>
                </a:solidFill>
                <a:effectLst/>
                <a:latin typeface="Arial" panose="020B0604020202020204" pitchFamily="34" charset="0"/>
              </a:rPr>
              <a:t> </a:t>
            </a:r>
            <a:r>
              <a:rPr lang="en-US" sz="2400" b="1" i="0" u="none" strike="noStrike" dirty="0" err="1">
                <a:solidFill>
                  <a:schemeClr val="bg1"/>
                </a:solidFill>
                <a:effectLst/>
                <a:latin typeface="Arial" panose="020B0604020202020204" pitchFamily="34" charset="0"/>
              </a:rPr>
              <a:t>giá</a:t>
            </a:r>
            <a:r>
              <a:rPr lang="en-US" sz="2400" b="1" i="0" u="none" strike="noStrike" dirty="0">
                <a:solidFill>
                  <a:schemeClr val="bg1"/>
                </a:solidFill>
                <a:effectLst/>
                <a:latin typeface="Arial" panose="020B0604020202020204" pitchFamily="34" charset="0"/>
              </a:rPr>
              <a:t> </a:t>
            </a:r>
            <a:r>
              <a:rPr lang="en-US" sz="2400" b="1" i="0" u="none" strike="noStrike" dirty="0" err="1">
                <a:solidFill>
                  <a:schemeClr val="bg1"/>
                </a:solidFill>
                <a:effectLst/>
                <a:latin typeface="Arial" panose="020B0604020202020204" pitchFamily="34" charset="0"/>
              </a:rPr>
              <a:t>mô</a:t>
            </a:r>
            <a:r>
              <a:rPr lang="en-US" sz="2400" b="1" i="0" u="none" strike="noStrike" dirty="0">
                <a:solidFill>
                  <a:schemeClr val="bg1"/>
                </a:solidFill>
                <a:effectLst/>
                <a:latin typeface="Arial" panose="020B0604020202020204" pitchFamily="34" charset="0"/>
              </a:rPr>
              <a:t> </a:t>
            </a:r>
            <a:r>
              <a:rPr lang="en-US" sz="2400" b="1" i="0" u="none" strike="noStrike" dirty="0" err="1">
                <a:solidFill>
                  <a:schemeClr val="bg1"/>
                </a:solidFill>
                <a:effectLst/>
                <a:latin typeface="Arial" panose="020B0604020202020204" pitchFamily="34" charset="0"/>
              </a:rPr>
              <a:t>hình</a:t>
            </a:r>
            <a:endParaRPr lang="en-US" sz="2400" dirty="0">
              <a:solidFill>
                <a:schemeClr val="bg1"/>
              </a:solidFill>
            </a:endParaRPr>
          </a:p>
        </p:txBody>
      </p:sp>
      <p:sp>
        <p:nvSpPr>
          <p:cNvPr id="7" name="TextBox 6">
            <a:extLst>
              <a:ext uri="{FF2B5EF4-FFF2-40B4-BE49-F238E27FC236}">
                <a16:creationId xmlns:a16="http://schemas.microsoft.com/office/drawing/2014/main" id="{4C98BBD7-1B55-3C5A-8374-4EB97F165CF9}"/>
              </a:ext>
            </a:extLst>
          </p:cNvPr>
          <p:cNvSpPr txBox="1"/>
          <p:nvPr/>
        </p:nvSpPr>
        <p:spPr>
          <a:xfrm>
            <a:off x="570271" y="930368"/>
            <a:ext cx="6096000" cy="400110"/>
          </a:xfrm>
          <a:prstGeom prst="rect">
            <a:avLst/>
          </a:prstGeom>
          <a:noFill/>
        </p:spPr>
        <p:txBody>
          <a:bodyPr wrap="square">
            <a:spAutoFit/>
          </a:bodyPr>
          <a:lstStyle/>
          <a:p>
            <a:pPr rtl="0">
              <a:spcBef>
                <a:spcPts val="1800"/>
              </a:spcBef>
              <a:spcAft>
                <a:spcPts val="600"/>
              </a:spcAft>
            </a:pPr>
            <a:r>
              <a:rPr lang="vi-VN" sz="2000" i="0" u="none" strike="noStrike" dirty="0">
                <a:effectLst/>
                <a:latin typeface="Arial" panose="020B0604020202020204" pitchFamily="34" charset="0"/>
              </a:rPr>
              <a:t>1. Đánh giá thuật toán K-NN:</a:t>
            </a:r>
            <a:endParaRPr lang="vi-VN" sz="2000" dirty="0">
              <a:effectLst/>
            </a:endParaRPr>
          </a:p>
        </p:txBody>
      </p:sp>
      <p:sp>
        <p:nvSpPr>
          <p:cNvPr id="9" name="TextBox 8">
            <a:extLst>
              <a:ext uri="{FF2B5EF4-FFF2-40B4-BE49-F238E27FC236}">
                <a16:creationId xmlns:a16="http://schemas.microsoft.com/office/drawing/2014/main" id="{281CD670-5F25-1577-3E56-3C945A72E3C6}"/>
              </a:ext>
            </a:extLst>
          </p:cNvPr>
          <p:cNvSpPr txBox="1"/>
          <p:nvPr/>
        </p:nvSpPr>
        <p:spPr>
          <a:xfrm>
            <a:off x="884902" y="1423441"/>
            <a:ext cx="6096000" cy="2144177"/>
          </a:xfrm>
          <a:prstGeom prst="rect">
            <a:avLst/>
          </a:prstGeom>
          <a:noFill/>
        </p:spPr>
        <p:txBody>
          <a:bodyPr wrap="square">
            <a:spAutoFit/>
          </a:bodyPr>
          <a:lstStyle/>
          <a:p>
            <a:pPr rtl="0">
              <a:spcBef>
                <a:spcPts val="1200"/>
              </a:spcBef>
              <a:spcAft>
                <a:spcPts val="200"/>
              </a:spcAft>
            </a:pPr>
            <a:r>
              <a:rPr lang="vi-VN" sz="1800" b="1" i="0" u="none" strike="noStrike" dirty="0">
                <a:effectLst/>
                <a:latin typeface="Arial" panose="020B0604020202020204" pitchFamily="34" charset="0"/>
              </a:rPr>
              <a:t>Ưu điểm</a:t>
            </a:r>
            <a:r>
              <a:rPr lang="vi-VN" sz="1800" b="1" i="0" u="none" strike="noStrike" dirty="0">
                <a:solidFill>
                  <a:srgbClr val="000000"/>
                </a:solidFill>
                <a:effectLst/>
                <a:latin typeface="Arial" panose="020B0604020202020204" pitchFamily="34" charset="0"/>
              </a:rPr>
              <a:t>: </a:t>
            </a:r>
          </a:p>
          <a:p>
            <a:pPr marL="285750" indent="-285750" rtl="0">
              <a:spcBef>
                <a:spcPts val="1200"/>
              </a:spcBef>
              <a:spcAft>
                <a:spcPts val="200"/>
              </a:spcAft>
              <a:buFontTx/>
              <a:buChar char="-"/>
            </a:pPr>
            <a:r>
              <a:rPr lang="vi-VN" sz="1800" i="0" u="none" strike="noStrike" dirty="0">
                <a:solidFill>
                  <a:srgbClr val="000000"/>
                </a:solidFill>
                <a:effectLst/>
                <a:latin typeface="Arial" panose="020B0604020202020204" pitchFamily="34" charset="0"/>
              </a:rPr>
              <a:t>Dễ triển khai và hiểu rõ</a:t>
            </a:r>
          </a:p>
          <a:p>
            <a:pPr marL="285750" indent="-285750" rtl="0" fontAlgn="base">
              <a:spcBef>
                <a:spcPts val="1200"/>
              </a:spcBef>
              <a:buFontTx/>
              <a:buChar char="-"/>
            </a:pPr>
            <a:r>
              <a:rPr lang="vi-VN" sz="1800" i="0" u="none" strike="noStrike" dirty="0">
                <a:solidFill>
                  <a:srgbClr val="000000"/>
                </a:solidFill>
                <a:effectLst/>
                <a:latin typeface="Arial" panose="020B0604020202020204" pitchFamily="34" charset="0"/>
              </a:rPr>
              <a:t>Không cần huấn luyện</a:t>
            </a:r>
          </a:p>
          <a:p>
            <a:pPr marL="285750" indent="-285750" rtl="0" fontAlgn="base">
              <a:spcBef>
                <a:spcPts val="1200"/>
              </a:spcBef>
              <a:buFontTx/>
              <a:buChar char="-"/>
            </a:pPr>
            <a:r>
              <a:rPr lang="vi-VN" sz="1800" i="0" u="none" strike="noStrike" dirty="0">
                <a:solidFill>
                  <a:srgbClr val="000000"/>
                </a:solidFill>
                <a:effectLst/>
                <a:latin typeface="Arial" panose="020B0604020202020204" pitchFamily="34" charset="0"/>
              </a:rPr>
              <a:t>Hiệu quả cho dữ liệu nhỏ và vừa</a:t>
            </a:r>
          </a:p>
          <a:p>
            <a:pPr marL="285750" indent="-285750" rtl="0" fontAlgn="base">
              <a:spcBef>
                <a:spcPts val="1200"/>
              </a:spcBef>
              <a:buFontTx/>
              <a:buChar char="-"/>
            </a:pPr>
            <a:r>
              <a:rPr lang="vi-VN" sz="1800" i="0" u="none" strike="noStrike" dirty="0">
                <a:solidFill>
                  <a:srgbClr val="000000"/>
                </a:solidFill>
                <a:effectLst/>
                <a:latin typeface="Arial" panose="020B0604020202020204" pitchFamily="34" charset="0"/>
              </a:rPr>
              <a:t>Linh hoạt với các loại dữ liệu</a:t>
            </a:r>
          </a:p>
        </p:txBody>
      </p:sp>
      <p:sp>
        <p:nvSpPr>
          <p:cNvPr id="11" name="TextBox 10">
            <a:extLst>
              <a:ext uri="{FF2B5EF4-FFF2-40B4-BE49-F238E27FC236}">
                <a16:creationId xmlns:a16="http://schemas.microsoft.com/office/drawing/2014/main" id="{97D8E0E0-D183-58D2-A8E2-5C31D3C4D414}"/>
              </a:ext>
            </a:extLst>
          </p:cNvPr>
          <p:cNvSpPr txBox="1"/>
          <p:nvPr/>
        </p:nvSpPr>
        <p:spPr>
          <a:xfrm>
            <a:off x="884902" y="3660582"/>
            <a:ext cx="10953137" cy="2641749"/>
          </a:xfrm>
          <a:prstGeom prst="rect">
            <a:avLst/>
          </a:prstGeom>
          <a:noFill/>
        </p:spPr>
        <p:txBody>
          <a:bodyPr wrap="square" anchor="ctr">
            <a:spAutoFit/>
          </a:bodyPr>
          <a:lstStyle/>
          <a:p>
            <a:pPr rtl="0">
              <a:spcBef>
                <a:spcPts val="1200"/>
              </a:spcBef>
              <a:spcAft>
                <a:spcPts val="200"/>
              </a:spcAft>
            </a:pPr>
            <a:r>
              <a:rPr lang="vi-VN" sz="1800" b="1" i="0" u="none" strike="noStrike" dirty="0">
                <a:solidFill>
                  <a:srgbClr val="000000"/>
                </a:solidFill>
                <a:effectLst/>
                <a:latin typeface="Arial" panose="020B0604020202020204" pitchFamily="34" charset="0"/>
              </a:rPr>
              <a:t>Nhược điểm:</a:t>
            </a:r>
            <a:endParaRPr lang="vi-VN" b="1" dirty="0">
              <a:effectLst/>
            </a:endParaRPr>
          </a:p>
          <a:p>
            <a:pPr marL="285750" indent="-285750" fontAlgn="base">
              <a:spcBef>
                <a:spcPts val="1200"/>
              </a:spcBef>
              <a:buFontTx/>
              <a:buChar char="-"/>
            </a:pPr>
            <a:r>
              <a:rPr lang="vi-VN" sz="1800" i="0" u="none" strike="noStrike" dirty="0">
                <a:solidFill>
                  <a:srgbClr val="000000"/>
                </a:solidFill>
                <a:effectLst/>
                <a:latin typeface="Arial" panose="020B0604020202020204" pitchFamily="34" charset="0"/>
              </a:rPr>
              <a:t>Nhạy cảm với lựa chọn </a:t>
            </a:r>
            <a:r>
              <a:rPr lang="vi-VN" sz="1800" i="0" u="none" strike="noStrike" dirty="0">
                <a:solidFill>
                  <a:srgbClr val="000000"/>
                </a:solidFill>
                <a:effectLst/>
                <a:latin typeface="Roboto Mono" panose="00000009000000000000" pitchFamily="49" charset="0"/>
              </a:rPr>
              <a:t>k</a:t>
            </a:r>
            <a:r>
              <a:rPr lang="vi-VN" sz="1800" i="0" u="none" strike="noStrike" dirty="0">
                <a:solidFill>
                  <a:srgbClr val="000000"/>
                </a:solidFill>
                <a:effectLst/>
                <a:latin typeface="Arial" panose="020B0604020202020204" pitchFamily="34" charset="0"/>
              </a:rPr>
              <a:t>: Giá trị </a:t>
            </a:r>
            <a:r>
              <a:rPr lang="vi-VN" sz="1800" i="0" u="none" strike="noStrike" dirty="0">
                <a:solidFill>
                  <a:srgbClr val="000000"/>
                </a:solidFill>
                <a:effectLst/>
                <a:latin typeface="Roboto Mono" panose="00000009000000000000" pitchFamily="49" charset="0"/>
              </a:rPr>
              <a:t>k</a:t>
            </a:r>
            <a:r>
              <a:rPr lang="vi-VN" sz="1800" i="0" u="none" strike="noStrike" dirty="0">
                <a:solidFill>
                  <a:srgbClr val="000000"/>
                </a:solidFill>
                <a:effectLst/>
                <a:latin typeface="Arial" panose="020B0604020202020204" pitchFamily="34" charset="0"/>
              </a:rPr>
              <a:t> ảnh hưởng mạnh đến độ chính xác. Chọn </a:t>
            </a:r>
            <a:r>
              <a:rPr lang="vi-VN" sz="1800" i="0" u="none" strike="noStrike" dirty="0">
                <a:solidFill>
                  <a:srgbClr val="000000"/>
                </a:solidFill>
                <a:effectLst/>
                <a:latin typeface="Roboto Mono" panose="00000009000000000000" pitchFamily="49" charset="0"/>
              </a:rPr>
              <a:t>k</a:t>
            </a:r>
            <a:r>
              <a:rPr lang="vi-VN" sz="1800" i="0" u="none" strike="noStrike" dirty="0">
                <a:solidFill>
                  <a:srgbClr val="000000"/>
                </a:solidFill>
                <a:effectLst/>
                <a:latin typeface="Arial" panose="020B0604020202020204" pitchFamily="34" charset="0"/>
              </a:rPr>
              <a:t> nhỏ sẽ làm tăng </a:t>
            </a:r>
            <a:r>
              <a:rPr lang="vi-VN" sz="1800" i="0" u="none" strike="noStrike">
                <a:solidFill>
                  <a:srgbClr val="000000"/>
                </a:solidFill>
                <a:effectLst/>
                <a:latin typeface="Arial" panose="020B0604020202020204" pitchFamily="34" charset="0"/>
              </a:rPr>
              <a:t>độ nhiễu</a:t>
            </a:r>
            <a:r>
              <a:rPr lang="en-US">
                <a:solidFill>
                  <a:srgbClr val="000000"/>
                </a:solidFill>
                <a:latin typeface="Arial" panose="020B0604020202020204" pitchFamily="34" charset="0"/>
              </a:rPr>
              <a:t> - </a:t>
            </a:r>
            <a:r>
              <a:rPr lang="vi-VN" sz="1800" i="0" u="none" strike="noStrike">
                <a:solidFill>
                  <a:srgbClr val="000000"/>
                </a:solidFill>
                <a:effectLst/>
                <a:latin typeface="Arial" panose="020B0604020202020204" pitchFamily="34" charset="0"/>
              </a:rPr>
              <a:t>Nhạy cảm với outliers (điểm ngoại lai), </a:t>
            </a:r>
            <a:r>
              <a:rPr lang="vi-VN" sz="1800" i="0" u="none" strike="noStrike" dirty="0">
                <a:solidFill>
                  <a:srgbClr val="000000"/>
                </a:solidFill>
                <a:effectLst/>
                <a:latin typeface="Arial" panose="020B0604020202020204" pitchFamily="34" charset="0"/>
              </a:rPr>
              <a:t>chọn </a:t>
            </a:r>
            <a:r>
              <a:rPr lang="vi-VN" sz="1800" i="0" u="none" strike="noStrike" dirty="0">
                <a:solidFill>
                  <a:srgbClr val="000000"/>
                </a:solidFill>
                <a:effectLst/>
                <a:latin typeface="Roboto Mono" panose="00000009000000000000" pitchFamily="49" charset="0"/>
              </a:rPr>
              <a:t>k</a:t>
            </a:r>
            <a:r>
              <a:rPr lang="vi-VN" sz="1800" i="0" u="none" strike="noStrike" dirty="0">
                <a:solidFill>
                  <a:srgbClr val="000000"/>
                </a:solidFill>
                <a:effectLst/>
                <a:latin typeface="Arial" panose="020B0604020202020204" pitchFamily="34" charset="0"/>
              </a:rPr>
              <a:t> lớn có thể làm mất đi các đặc trưng cục bộ.</a:t>
            </a:r>
          </a:p>
          <a:p>
            <a:pPr marL="285750" indent="-285750" fontAlgn="base">
              <a:spcBef>
                <a:spcPts val="1200"/>
              </a:spcBef>
              <a:buFontTx/>
              <a:buChar char="-"/>
            </a:pPr>
            <a:r>
              <a:rPr lang="vi-VN" sz="1800" i="0" u="none" strike="noStrike" dirty="0">
                <a:solidFill>
                  <a:srgbClr val="000000"/>
                </a:solidFill>
                <a:effectLst/>
                <a:latin typeface="Arial" panose="020B0604020202020204" pitchFamily="34" charset="0"/>
              </a:rPr>
              <a:t>Tính toán chậm với dữ liệu lớn: Thuật toán phải tính khoảng cách với mọi điểm trong tập huấn luyện, gây tốn thời gian khi dữ liệu lớn.</a:t>
            </a:r>
          </a:p>
          <a:p>
            <a:pPr marL="285750" indent="-285750" fontAlgn="base">
              <a:buFontTx/>
              <a:buChar char="-"/>
            </a:pPr>
            <a:r>
              <a:rPr lang="vi-VN" sz="1800" i="0" u="none" strike="noStrike">
                <a:solidFill>
                  <a:srgbClr val="000000"/>
                </a:solidFill>
                <a:effectLst/>
                <a:latin typeface="Arial" panose="020B0604020202020204" pitchFamily="34" charset="0"/>
              </a:rPr>
              <a:t>Không </a:t>
            </a:r>
            <a:r>
              <a:rPr lang="vi-VN" sz="1800" i="0" u="none" strike="noStrike" dirty="0">
                <a:solidFill>
                  <a:srgbClr val="000000"/>
                </a:solidFill>
                <a:effectLst/>
                <a:latin typeface="Arial" panose="020B0604020202020204" pitchFamily="34" charset="0"/>
              </a:rPr>
              <a:t>thể tự động tối ưu hóa: Không có cơ chế tự học; giá trị </a:t>
            </a:r>
            <a:r>
              <a:rPr lang="vi-VN" sz="1800" i="0" u="none" strike="noStrike" dirty="0">
                <a:solidFill>
                  <a:srgbClr val="000000"/>
                </a:solidFill>
                <a:effectLst/>
                <a:latin typeface="Roboto Mono" panose="00000009000000000000" pitchFamily="49" charset="0"/>
              </a:rPr>
              <a:t>k</a:t>
            </a:r>
            <a:r>
              <a:rPr lang="vi-VN" sz="1800" i="0" u="none" strike="noStrike" dirty="0">
                <a:solidFill>
                  <a:srgbClr val="000000"/>
                </a:solidFill>
                <a:effectLst/>
                <a:latin typeface="Arial" panose="020B0604020202020204" pitchFamily="34" charset="0"/>
              </a:rPr>
              <a:t> phải được lựa chọn thủ công qua thử nghiệm.</a:t>
            </a:r>
          </a:p>
          <a:p>
            <a:pPr marL="285750" indent="-285750" rtl="0" fontAlgn="base">
              <a:buFontTx/>
              <a:buChar char="-"/>
            </a:pPr>
            <a:endParaRPr lang="vi-VN" sz="1800" i="0" u="none" strike="noStrike" dirty="0">
              <a:solidFill>
                <a:srgbClr val="000000"/>
              </a:solidFill>
              <a:effectLst/>
              <a:latin typeface="Arial" panose="020B0604020202020204" pitchFamily="34" charset="0"/>
            </a:endParaRPr>
          </a:p>
        </p:txBody>
      </p:sp>
    </p:spTree>
    <p:extLst>
      <p:ext uri="{BB962C8B-B14F-4D97-AF65-F5344CB8AC3E}">
        <p14:creationId xmlns:p14="http://schemas.microsoft.com/office/powerpoint/2010/main" val="4541022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B1D0CB-52DF-44FB-47BD-68FB7ACE0BFD}"/>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9AD318C-C52D-A35B-FEBA-5AB91CAE1C78}"/>
              </a:ext>
            </a:extLst>
          </p:cNvPr>
          <p:cNvSpPr txBox="1"/>
          <p:nvPr/>
        </p:nvSpPr>
        <p:spPr>
          <a:xfrm>
            <a:off x="294968" y="110301"/>
            <a:ext cx="6096000" cy="461665"/>
          </a:xfrm>
          <a:prstGeom prst="rect">
            <a:avLst/>
          </a:prstGeom>
          <a:noFill/>
        </p:spPr>
        <p:txBody>
          <a:bodyPr wrap="square">
            <a:spAutoFit/>
          </a:bodyPr>
          <a:lstStyle/>
          <a:p>
            <a:r>
              <a:rPr lang="en-US" sz="2400" b="1" i="0" u="none" strike="noStrike" dirty="0" err="1">
                <a:solidFill>
                  <a:schemeClr val="bg1"/>
                </a:solidFill>
                <a:effectLst/>
                <a:latin typeface="Arial" panose="020B0604020202020204" pitchFamily="34" charset="0"/>
              </a:rPr>
              <a:t>Đánh</a:t>
            </a:r>
            <a:r>
              <a:rPr lang="en-US" sz="2400" b="1" i="0" u="none" strike="noStrike" dirty="0">
                <a:solidFill>
                  <a:schemeClr val="bg1"/>
                </a:solidFill>
                <a:effectLst/>
                <a:latin typeface="Arial" panose="020B0604020202020204" pitchFamily="34" charset="0"/>
              </a:rPr>
              <a:t> </a:t>
            </a:r>
            <a:r>
              <a:rPr lang="en-US" sz="2400" b="1" i="0" u="none" strike="noStrike" dirty="0" err="1">
                <a:solidFill>
                  <a:schemeClr val="bg1"/>
                </a:solidFill>
                <a:effectLst/>
                <a:latin typeface="Arial" panose="020B0604020202020204" pitchFamily="34" charset="0"/>
              </a:rPr>
              <a:t>giá</a:t>
            </a:r>
            <a:r>
              <a:rPr lang="en-US" sz="2400" b="1" i="0" u="none" strike="noStrike" dirty="0">
                <a:solidFill>
                  <a:schemeClr val="bg1"/>
                </a:solidFill>
                <a:effectLst/>
                <a:latin typeface="Arial" panose="020B0604020202020204" pitchFamily="34" charset="0"/>
              </a:rPr>
              <a:t> </a:t>
            </a:r>
            <a:r>
              <a:rPr lang="en-US" sz="2400" b="1" i="0" u="none" strike="noStrike" dirty="0" err="1">
                <a:solidFill>
                  <a:schemeClr val="bg1"/>
                </a:solidFill>
                <a:effectLst/>
                <a:latin typeface="Arial" panose="020B0604020202020204" pitchFamily="34" charset="0"/>
              </a:rPr>
              <a:t>mô</a:t>
            </a:r>
            <a:r>
              <a:rPr lang="en-US" sz="2400" b="1" i="0" u="none" strike="noStrike" dirty="0">
                <a:solidFill>
                  <a:schemeClr val="bg1"/>
                </a:solidFill>
                <a:effectLst/>
                <a:latin typeface="Arial" panose="020B0604020202020204" pitchFamily="34" charset="0"/>
              </a:rPr>
              <a:t> </a:t>
            </a:r>
            <a:r>
              <a:rPr lang="en-US" sz="2400" b="1" i="0" u="none" strike="noStrike" dirty="0" err="1">
                <a:solidFill>
                  <a:schemeClr val="bg1"/>
                </a:solidFill>
                <a:effectLst/>
                <a:latin typeface="Arial" panose="020B0604020202020204" pitchFamily="34" charset="0"/>
              </a:rPr>
              <a:t>hình</a:t>
            </a:r>
            <a:endParaRPr lang="en-US" sz="2400" dirty="0">
              <a:solidFill>
                <a:schemeClr val="bg1"/>
              </a:solidFill>
            </a:endParaRPr>
          </a:p>
        </p:txBody>
      </p:sp>
      <p:sp>
        <p:nvSpPr>
          <p:cNvPr id="7" name="TextBox 6">
            <a:extLst>
              <a:ext uri="{FF2B5EF4-FFF2-40B4-BE49-F238E27FC236}">
                <a16:creationId xmlns:a16="http://schemas.microsoft.com/office/drawing/2014/main" id="{8B29ABE8-7515-EF3C-284B-36CBC471BADA}"/>
              </a:ext>
            </a:extLst>
          </p:cNvPr>
          <p:cNvSpPr txBox="1"/>
          <p:nvPr/>
        </p:nvSpPr>
        <p:spPr>
          <a:xfrm>
            <a:off x="540773" y="930368"/>
            <a:ext cx="10854813" cy="1015663"/>
          </a:xfrm>
          <a:prstGeom prst="rect">
            <a:avLst/>
          </a:prstGeom>
          <a:noFill/>
        </p:spPr>
        <p:txBody>
          <a:bodyPr wrap="square">
            <a:spAutoFit/>
          </a:bodyPr>
          <a:lstStyle/>
          <a:p>
            <a:pPr>
              <a:spcBef>
                <a:spcPts val="1800"/>
              </a:spcBef>
              <a:spcAft>
                <a:spcPts val="600"/>
              </a:spcAft>
            </a:pPr>
            <a:r>
              <a:rPr lang="vi-VN" sz="2000" dirty="0">
                <a:latin typeface="+mj-lt"/>
              </a:rPr>
              <a:t>2</a:t>
            </a:r>
            <a:r>
              <a:rPr lang="vi-VN" sz="2000" i="0" u="none" strike="noStrike" dirty="0">
                <a:effectLst/>
                <a:latin typeface="+mj-lt"/>
              </a:rPr>
              <a:t>. </a:t>
            </a:r>
            <a:r>
              <a:rPr lang="en-US" sz="2000" i="0" u="none" strike="noStrike" dirty="0">
                <a:solidFill>
                  <a:srgbClr val="000000"/>
                </a:solidFill>
                <a:effectLst/>
                <a:latin typeface="+mj-lt"/>
              </a:rPr>
              <a:t> </a:t>
            </a:r>
            <a:r>
              <a:rPr lang="en-US" sz="2000" i="0" u="none" strike="noStrike" dirty="0" err="1">
                <a:solidFill>
                  <a:srgbClr val="000000"/>
                </a:solidFill>
                <a:effectLst/>
                <a:latin typeface="+mj-lt"/>
              </a:rPr>
              <a:t>Đánh</a:t>
            </a:r>
            <a:r>
              <a:rPr lang="en-US" sz="2000" i="0" u="none" strike="noStrike" dirty="0">
                <a:solidFill>
                  <a:srgbClr val="000000"/>
                </a:solidFill>
                <a:effectLst/>
                <a:latin typeface="+mj-lt"/>
              </a:rPr>
              <a:t> </a:t>
            </a:r>
            <a:r>
              <a:rPr lang="en-US" sz="2000" i="0" u="none" strike="noStrike" dirty="0" err="1">
                <a:solidFill>
                  <a:srgbClr val="000000"/>
                </a:solidFill>
                <a:effectLst/>
                <a:latin typeface="+mj-lt"/>
              </a:rPr>
              <a:t>giá</a:t>
            </a:r>
            <a:r>
              <a:rPr lang="en-US" sz="2000" i="0" u="none" strike="noStrike" dirty="0">
                <a:solidFill>
                  <a:srgbClr val="000000"/>
                </a:solidFill>
                <a:effectLst/>
                <a:latin typeface="+mj-lt"/>
              </a:rPr>
              <a:t> </a:t>
            </a:r>
            <a:r>
              <a:rPr lang="en-US" sz="2000" i="0" u="none" strike="noStrike" dirty="0" err="1">
                <a:solidFill>
                  <a:srgbClr val="000000"/>
                </a:solidFill>
                <a:effectLst/>
                <a:latin typeface="+mj-lt"/>
              </a:rPr>
              <a:t>về</a:t>
            </a:r>
            <a:r>
              <a:rPr lang="en-US" sz="2000" i="0" u="none" strike="noStrike" dirty="0">
                <a:solidFill>
                  <a:srgbClr val="000000"/>
                </a:solidFill>
                <a:effectLst/>
                <a:latin typeface="+mj-lt"/>
              </a:rPr>
              <a:t> </a:t>
            </a:r>
            <a:r>
              <a:rPr lang="en-US" sz="2000" i="0" u="none" strike="noStrike" dirty="0" err="1">
                <a:solidFill>
                  <a:srgbClr val="000000"/>
                </a:solidFill>
                <a:effectLst/>
                <a:latin typeface="+mj-lt"/>
              </a:rPr>
              <a:t>sự</a:t>
            </a:r>
            <a:r>
              <a:rPr lang="en-US" sz="2000" i="0" u="none" strike="noStrike" dirty="0">
                <a:solidFill>
                  <a:srgbClr val="000000"/>
                </a:solidFill>
                <a:effectLst/>
                <a:latin typeface="+mj-lt"/>
              </a:rPr>
              <a:t> </a:t>
            </a:r>
            <a:r>
              <a:rPr lang="en-US" sz="2000" i="0" u="none" strike="noStrike" dirty="0" err="1">
                <a:solidFill>
                  <a:srgbClr val="000000"/>
                </a:solidFill>
                <a:effectLst/>
                <a:latin typeface="+mj-lt"/>
              </a:rPr>
              <a:t>thay</a:t>
            </a:r>
            <a:r>
              <a:rPr lang="en-US" sz="2000" i="0" u="none" strike="noStrike" dirty="0">
                <a:solidFill>
                  <a:srgbClr val="000000"/>
                </a:solidFill>
                <a:effectLst/>
                <a:latin typeface="+mj-lt"/>
              </a:rPr>
              <a:t> </a:t>
            </a:r>
            <a:r>
              <a:rPr lang="en-US" sz="2000" i="0" u="none" strike="noStrike" dirty="0" err="1">
                <a:solidFill>
                  <a:srgbClr val="000000"/>
                </a:solidFill>
                <a:effectLst/>
                <a:latin typeface="+mj-lt"/>
              </a:rPr>
              <a:t>đổi</a:t>
            </a:r>
            <a:r>
              <a:rPr lang="en-US" sz="2000" i="0" u="none" strike="noStrike" dirty="0">
                <a:solidFill>
                  <a:srgbClr val="000000"/>
                </a:solidFill>
                <a:effectLst/>
                <a:latin typeface="+mj-lt"/>
              </a:rPr>
              <a:t> </a:t>
            </a:r>
            <a:r>
              <a:rPr lang="en-US" sz="2000" i="0" u="none" strike="noStrike" dirty="0" err="1">
                <a:solidFill>
                  <a:srgbClr val="000000"/>
                </a:solidFill>
                <a:effectLst/>
                <a:latin typeface="+mj-lt"/>
              </a:rPr>
              <a:t>của</a:t>
            </a:r>
            <a:r>
              <a:rPr lang="en-US" sz="2000" i="0" u="none" strike="noStrike" dirty="0">
                <a:solidFill>
                  <a:srgbClr val="000000"/>
                </a:solidFill>
                <a:effectLst/>
                <a:latin typeface="+mj-lt"/>
              </a:rPr>
              <a:t> k </a:t>
            </a:r>
            <a:r>
              <a:rPr lang="en-US" sz="2000" i="0" u="none" strike="noStrike" dirty="0" err="1">
                <a:solidFill>
                  <a:srgbClr val="000000"/>
                </a:solidFill>
                <a:effectLst/>
                <a:latin typeface="+mj-lt"/>
              </a:rPr>
              <a:t>và</a:t>
            </a:r>
            <a:r>
              <a:rPr lang="en-US" sz="2000" i="0" u="none" strike="noStrike" dirty="0">
                <a:solidFill>
                  <a:srgbClr val="000000"/>
                </a:solidFill>
                <a:effectLst/>
                <a:latin typeface="+mj-lt"/>
              </a:rPr>
              <a:t> </a:t>
            </a:r>
            <a:r>
              <a:rPr lang="en-US" sz="2000" i="0" u="none" strike="noStrike" dirty="0" err="1">
                <a:solidFill>
                  <a:srgbClr val="000000"/>
                </a:solidFill>
                <a:effectLst/>
                <a:latin typeface="+mj-lt"/>
              </a:rPr>
              <a:t>độ</a:t>
            </a:r>
            <a:r>
              <a:rPr lang="en-US" sz="2000" i="0" u="none" strike="noStrike" dirty="0">
                <a:solidFill>
                  <a:srgbClr val="000000"/>
                </a:solidFill>
                <a:effectLst/>
                <a:latin typeface="+mj-lt"/>
              </a:rPr>
              <a:t> </a:t>
            </a:r>
            <a:r>
              <a:rPr lang="en-US" sz="2000" i="0" u="none" strike="noStrike" dirty="0" err="1">
                <a:solidFill>
                  <a:srgbClr val="000000"/>
                </a:solidFill>
                <a:effectLst/>
                <a:latin typeface="+mj-lt"/>
              </a:rPr>
              <a:t>chính</a:t>
            </a:r>
            <a:r>
              <a:rPr lang="en-US" sz="2000" i="0" u="none" strike="noStrike" dirty="0">
                <a:solidFill>
                  <a:srgbClr val="000000"/>
                </a:solidFill>
                <a:effectLst/>
                <a:latin typeface="+mj-lt"/>
              </a:rPr>
              <a:t> </a:t>
            </a:r>
            <a:r>
              <a:rPr lang="en-US" sz="2000" i="0" u="none" strike="noStrike" dirty="0" err="1">
                <a:solidFill>
                  <a:srgbClr val="000000"/>
                </a:solidFill>
                <a:effectLst/>
                <a:latin typeface="+mj-lt"/>
              </a:rPr>
              <a:t>xác</a:t>
            </a:r>
            <a:r>
              <a:rPr lang="en-US" sz="2000" i="0" u="none" strike="noStrike" dirty="0">
                <a:solidFill>
                  <a:srgbClr val="000000"/>
                </a:solidFill>
                <a:effectLst/>
                <a:latin typeface="+mj-lt"/>
              </a:rPr>
              <a:t> (accuracy)</a:t>
            </a:r>
            <a:endParaRPr lang="en-US" sz="2000" dirty="0">
              <a:effectLst/>
              <a:latin typeface="+mj-lt"/>
            </a:endParaRPr>
          </a:p>
          <a:p>
            <a:pPr rtl="0">
              <a:spcBef>
                <a:spcPts val="1800"/>
              </a:spcBef>
              <a:spcAft>
                <a:spcPts val="600"/>
              </a:spcAft>
            </a:pPr>
            <a:endParaRPr lang="vi-VN" sz="2000" dirty="0">
              <a:effectLst/>
              <a:latin typeface="+mj-lt"/>
            </a:endParaRPr>
          </a:p>
        </p:txBody>
      </p:sp>
      <p:sp>
        <p:nvSpPr>
          <p:cNvPr id="3" name="TextBox 2">
            <a:extLst>
              <a:ext uri="{FF2B5EF4-FFF2-40B4-BE49-F238E27FC236}">
                <a16:creationId xmlns:a16="http://schemas.microsoft.com/office/drawing/2014/main" id="{604D8325-9247-BFE7-DD6D-AD1694035C66}"/>
              </a:ext>
            </a:extLst>
          </p:cNvPr>
          <p:cNvSpPr txBox="1"/>
          <p:nvPr/>
        </p:nvSpPr>
        <p:spPr>
          <a:xfrm>
            <a:off x="688257" y="1438199"/>
            <a:ext cx="10707329" cy="1200329"/>
          </a:xfrm>
          <a:prstGeom prst="rect">
            <a:avLst/>
          </a:prstGeom>
          <a:noFill/>
        </p:spPr>
        <p:txBody>
          <a:bodyPr wrap="square">
            <a:spAutoFit/>
          </a:bodyPr>
          <a:lstStyle/>
          <a:p>
            <a:pPr fontAlgn="base"/>
            <a:r>
              <a:rPr lang="vi-VN" sz="1800" b="0" i="0" u="none" strike="noStrike" dirty="0">
                <a:solidFill>
                  <a:srgbClr val="000000"/>
                </a:solidFill>
                <a:effectLst/>
                <a:latin typeface="Arial" panose="020B0604020202020204" pitchFamily="34" charset="0"/>
              </a:rPr>
              <a:t>- </a:t>
            </a:r>
            <a:r>
              <a:rPr lang="en-US" sz="1800" b="0" i="0" u="none" strike="noStrike" dirty="0" err="1">
                <a:solidFill>
                  <a:srgbClr val="000000"/>
                </a:solidFill>
                <a:effectLst/>
                <a:latin typeface="Arial" panose="020B0604020202020204" pitchFamily="34" charset="0"/>
              </a:rPr>
              <a:t>Sử</a:t>
            </a:r>
            <a:r>
              <a:rPr lang="en-US" sz="1800" b="0" i="0" u="none" strike="noStrike" dirty="0">
                <a:solidFill>
                  <a:srgbClr val="000000"/>
                </a:solidFill>
                <a:effectLst/>
                <a:latin typeface="Arial" panose="020B0604020202020204" pitchFamily="34" charset="0"/>
              </a:rPr>
              <a:t> </a:t>
            </a:r>
            <a:r>
              <a:rPr lang="en-US" sz="1800" b="0" i="0" u="none" strike="noStrike" dirty="0" err="1">
                <a:solidFill>
                  <a:srgbClr val="000000"/>
                </a:solidFill>
                <a:effectLst/>
                <a:latin typeface="Arial" panose="020B0604020202020204" pitchFamily="34" charset="0"/>
              </a:rPr>
              <a:t>dụng</a:t>
            </a:r>
            <a:r>
              <a:rPr lang="en-US" sz="1800" b="0" i="0" u="none" strike="noStrike" dirty="0">
                <a:solidFill>
                  <a:srgbClr val="000000"/>
                </a:solidFill>
                <a:effectLst/>
                <a:latin typeface="Arial" panose="020B0604020202020204" pitchFamily="34" charset="0"/>
              </a:rPr>
              <a:t> </a:t>
            </a:r>
            <a:r>
              <a:rPr lang="en-US" sz="1800" b="0" i="0" u="none" strike="noStrike" dirty="0" err="1">
                <a:solidFill>
                  <a:srgbClr val="000000"/>
                </a:solidFill>
                <a:effectLst/>
                <a:latin typeface="Arial" panose="020B0604020202020204" pitchFamily="34" charset="0"/>
              </a:rPr>
              <a:t>dữ</a:t>
            </a:r>
            <a:r>
              <a:rPr lang="en-US" sz="1800" b="0" i="0" u="none" strike="noStrike" dirty="0">
                <a:solidFill>
                  <a:srgbClr val="000000"/>
                </a:solidFill>
                <a:effectLst/>
                <a:latin typeface="Arial" panose="020B0604020202020204" pitchFamily="34" charset="0"/>
              </a:rPr>
              <a:t> </a:t>
            </a:r>
            <a:r>
              <a:rPr lang="en-US" sz="1800" b="0" i="0" u="none" strike="noStrike" dirty="0" err="1">
                <a:solidFill>
                  <a:srgbClr val="000000"/>
                </a:solidFill>
                <a:effectLst/>
                <a:latin typeface="Arial" panose="020B0604020202020204" pitchFamily="34" charset="0"/>
              </a:rPr>
              <a:t>liệu</a:t>
            </a:r>
            <a:r>
              <a:rPr lang="en-US" sz="1800" b="0" i="0" u="none" strike="noStrike" dirty="0">
                <a:solidFill>
                  <a:srgbClr val="000000"/>
                </a:solidFill>
                <a:effectLst/>
                <a:latin typeface="Arial" panose="020B0604020202020204" pitchFamily="34" charset="0"/>
              </a:rPr>
              <a:t> </a:t>
            </a:r>
            <a:r>
              <a:rPr lang="en-US" sz="1800" b="0" i="0" u="none" strike="noStrike" dirty="0" err="1">
                <a:solidFill>
                  <a:srgbClr val="000000"/>
                </a:solidFill>
                <a:effectLst/>
                <a:latin typeface="Arial" panose="020B0604020202020204" pitchFamily="34" charset="0"/>
              </a:rPr>
              <a:t>đã</a:t>
            </a:r>
            <a:r>
              <a:rPr lang="en-US" sz="1800" b="0" i="0" u="none" strike="noStrike" dirty="0">
                <a:solidFill>
                  <a:srgbClr val="000000"/>
                </a:solidFill>
                <a:effectLst/>
                <a:latin typeface="Arial" panose="020B0604020202020204" pitchFamily="34" charset="0"/>
              </a:rPr>
              <a:t> </a:t>
            </a:r>
            <a:r>
              <a:rPr lang="en-US" sz="1800" b="0" i="0" u="none" strike="noStrike" dirty="0" err="1">
                <a:solidFill>
                  <a:srgbClr val="000000"/>
                </a:solidFill>
                <a:effectLst/>
                <a:latin typeface="Arial" panose="020B0604020202020204" pitchFamily="34" charset="0"/>
              </a:rPr>
              <a:t>lấy</a:t>
            </a:r>
            <a:r>
              <a:rPr lang="en-US" sz="1800" b="0" i="0" u="none" strike="noStrike" dirty="0">
                <a:solidFill>
                  <a:srgbClr val="000000"/>
                </a:solidFill>
                <a:effectLst/>
                <a:latin typeface="Arial" panose="020B0604020202020204" pitchFamily="34" charset="0"/>
              </a:rPr>
              <a:t> </a:t>
            </a:r>
            <a:r>
              <a:rPr lang="en-US" sz="1800" b="0" i="0" u="none" strike="noStrike" dirty="0" err="1">
                <a:solidFill>
                  <a:srgbClr val="000000"/>
                </a:solidFill>
                <a:effectLst/>
                <a:latin typeface="Arial" panose="020B0604020202020204" pitchFamily="34" charset="0"/>
              </a:rPr>
              <a:t>theo</a:t>
            </a:r>
            <a:r>
              <a:rPr lang="en-US" sz="1800" b="0" i="0" u="none" strike="noStrike" dirty="0">
                <a:solidFill>
                  <a:srgbClr val="000000"/>
                </a:solidFill>
                <a:effectLst/>
                <a:latin typeface="Arial" panose="020B0604020202020204" pitchFamily="34" charset="0"/>
              </a:rPr>
              <a:t> </a:t>
            </a:r>
            <a:r>
              <a:rPr lang="en-US" sz="1800" b="0" i="0" u="none" strike="noStrike" dirty="0" err="1">
                <a:solidFill>
                  <a:srgbClr val="000000"/>
                </a:solidFill>
                <a:effectLst/>
                <a:latin typeface="Arial" panose="020B0604020202020204" pitchFamily="34" charset="0"/>
              </a:rPr>
              <a:t>tỷ</a:t>
            </a:r>
            <a:r>
              <a:rPr lang="en-US" sz="1800" b="0" i="0" u="none" strike="noStrike" dirty="0">
                <a:solidFill>
                  <a:srgbClr val="000000"/>
                </a:solidFill>
                <a:effectLst/>
                <a:latin typeface="Arial" panose="020B0604020202020204" pitchFamily="34" charset="0"/>
              </a:rPr>
              <a:t> </a:t>
            </a:r>
            <a:r>
              <a:rPr lang="en-US" sz="1800" b="0" i="0" u="none" strike="noStrike" dirty="0" err="1">
                <a:solidFill>
                  <a:srgbClr val="000000"/>
                </a:solidFill>
                <a:effectLst/>
                <a:latin typeface="Arial" panose="020B0604020202020204" pitchFamily="34" charset="0"/>
              </a:rPr>
              <a:t>lệ</a:t>
            </a:r>
            <a:r>
              <a:rPr lang="en-US" sz="1800" b="0" i="0" u="none" strike="noStrike" dirty="0">
                <a:solidFill>
                  <a:srgbClr val="000000"/>
                </a:solidFill>
                <a:effectLst/>
                <a:latin typeface="Arial" panose="020B0604020202020204" pitchFamily="34" charset="0"/>
              </a:rPr>
              <a:t> training-testing </a:t>
            </a:r>
            <a:r>
              <a:rPr lang="en-US" sz="1800" b="0" i="0" u="none" strike="noStrike" dirty="0" err="1">
                <a:solidFill>
                  <a:srgbClr val="000000"/>
                </a:solidFill>
                <a:effectLst/>
                <a:latin typeface="Arial" panose="020B0604020202020204" pitchFamily="34" charset="0"/>
              </a:rPr>
              <a:t>là</a:t>
            </a:r>
            <a:r>
              <a:rPr lang="en-US" sz="1800" b="0" i="0" u="none" strike="noStrike" dirty="0">
                <a:solidFill>
                  <a:srgbClr val="000000"/>
                </a:solidFill>
                <a:effectLst/>
                <a:latin typeface="Arial" panose="020B0604020202020204" pitchFamily="34" charset="0"/>
              </a:rPr>
              <a:t> 80% - 20% </a:t>
            </a:r>
            <a:r>
              <a:rPr lang="en-US" sz="1800" b="0" i="0" u="none" strike="noStrike" dirty="0" err="1">
                <a:solidFill>
                  <a:srgbClr val="000000"/>
                </a:solidFill>
                <a:effectLst/>
                <a:latin typeface="Arial" panose="020B0604020202020204" pitchFamily="34" charset="0"/>
              </a:rPr>
              <a:t>để</a:t>
            </a:r>
            <a:r>
              <a:rPr lang="en-US" sz="1800" b="0" i="0" u="none" strike="noStrike" dirty="0">
                <a:solidFill>
                  <a:srgbClr val="000000"/>
                </a:solidFill>
                <a:effectLst/>
                <a:latin typeface="Arial" panose="020B0604020202020204" pitchFamily="34" charset="0"/>
              </a:rPr>
              <a:t> </a:t>
            </a:r>
            <a:r>
              <a:rPr lang="en-US" sz="1800" b="0" i="0" u="none" strike="noStrike" dirty="0" err="1">
                <a:solidFill>
                  <a:srgbClr val="000000"/>
                </a:solidFill>
                <a:effectLst/>
                <a:latin typeface="Arial" panose="020B0604020202020204" pitchFamily="34" charset="0"/>
              </a:rPr>
              <a:t>đánh</a:t>
            </a:r>
            <a:r>
              <a:rPr lang="en-US" sz="1800" b="0" i="0" u="none" strike="noStrike" dirty="0">
                <a:solidFill>
                  <a:srgbClr val="000000"/>
                </a:solidFill>
                <a:effectLst/>
                <a:latin typeface="Arial" panose="020B0604020202020204" pitchFamily="34" charset="0"/>
              </a:rPr>
              <a:t> </a:t>
            </a:r>
            <a:r>
              <a:rPr lang="en-US" sz="1800" b="0" i="0" u="none" strike="noStrike" dirty="0" err="1">
                <a:solidFill>
                  <a:srgbClr val="000000"/>
                </a:solidFill>
                <a:effectLst/>
                <a:latin typeface="Arial" panose="020B0604020202020204" pitchFamily="34" charset="0"/>
              </a:rPr>
              <a:t>giá</a:t>
            </a:r>
            <a:r>
              <a:rPr lang="en-US" sz="1800" b="0" i="0" u="none" strike="noStrike" dirty="0">
                <a:solidFill>
                  <a:srgbClr val="000000"/>
                </a:solidFill>
                <a:effectLst/>
                <a:latin typeface="Arial" panose="020B0604020202020204" pitchFamily="34" charset="0"/>
              </a:rPr>
              <a:t> </a:t>
            </a:r>
            <a:r>
              <a:rPr lang="en-US" sz="1800" b="0" i="0" u="none" strike="noStrike" dirty="0" err="1">
                <a:solidFill>
                  <a:srgbClr val="000000"/>
                </a:solidFill>
                <a:effectLst/>
                <a:latin typeface="Arial" panose="020B0604020202020204" pitchFamily="34" charset="0"/>
              </a:rPr>
              <a:t>và</a:t>
            </a:r>
            <a:r>
              <a:rPr lang="en-US" sz="1800" b="0" i="0" u="none" strike="noStrike" dirty="0">
                <a:solidFill>
                  <a:srgbClr val="000000"/>
                </a:solidFill>
                <a:effectLst/>
                <a:latin typeface="Arial" panose="020B0604020202020204" pitchFamily="34" charset="0"/>
              </a:rPr>
              <a:t> </a:t>
            </a:r>
            <a:r>
              <a:rPr lang="en-US" sz="1800" b="0" i="0" u="none" strike="noStrike" dirty="0" err="1">
                <a:solidFill>
                  <a:srgbClr val="000000"/>
                </a:solidFill>
                <a:effectLst/>
                <a:latin typeface="Arial" panose="020B0604020202020204" pitchFamily="34" charset="0"/>
              </a:rPr>
              <a:t>kiểm</a:t>
            </a:r>
            <a:r>
              <a:rPr lang="en-US" sz="1800" b="0" i="0" u="none" strike="noStrike" dirty="0">
                <a:solidFill>
                  <a:srgbClr val="000000"/>
                </a:solidFill>
                <a:effectLst/>
                <a:latin typeface="Arial" panose="020B0604020202020204" pitchFamily="34" charset="0"/>
              </a:rPr>
              <a:t> </a:t>
            </a:r>
            <a:r>
              <a:rPr lang="en-US" sz="1800" b="0" i="0" u="none" strike="noStrike" dirty="0" err="1">
                <a:solidFill>
                  <a:srgbClr val="000000"/>
                </a:solidFill>
                <a:effectLst/>
                <a:latin typeface="Arial" panose="020B0604020202020204" pitchFamily="34" charset="0"/>
              </a:rPr>
              <a:t>thử</a:t>
            </a:r>
            <a:r>
              <a:rPr lang="en-US" sz="1800" b="0" i="0" u="none" strike="noStrike" dirty="0">
                <a:solidFill>
                  <a:srgbClr val="000000"/>
                </a:solidFill>
                <a:effectLst/>
                <a:latin typeface="Arial" panose="020B0604020202020204" pitchFamily="34" charset="0"/>
              </a:rPr>
              <a:t> </a:t>
            </a:r>
            <a:r>
              <a:rPr lang="en-US" sz="1800" b="0" i="0" u="none" strike="noStrike" dirty="0" err="1">
                <a:solidFill>
                  <a:srgbClr val="000000"/>
                </a:solidFill>
                <a:effectLst/>
                <a:latin typeface="Arial" panose="020B0604020202020204" pitchFamily="34" charset="0"/>
              </a:rPr>
              <a:t>mô</a:t>
            </a:r>
            <a:r>
              <a:rPr lang="en-US" sz="1800" b="0" i="0" u="none" strike="noStrike" dirty="0">
                <a:solidFill>
                  <a:srgbClr val="000000"/>
                </a:solidFill>
                <a:effectLst/>
                <a:latin typeface="Arial" panose="020B0604020202020204" pitchFamily="34" charset="0"/>
              </a:rPr>
              <a:t> </a:t>
            </a:r>
            <a:r>
              <a:rPr lang="en-US" sz="1800" b="0" i="0" u="none" strike="noStrike" dirty="0" err="1">
                <a:solidFill>
                  <a:srgbClr val="000000"/>
                </a:solidFill>
                <a:effectLst/>
                <a:latin typeface="Arial" panose="020B0604020202020204" pitchFamily="34" charset="0"/>
              </a:rPr>
              <a:t>hình</a:t>
            </a:r>
            <a:r>
              <a:rPr lang="en-US" sz="1800" b="0" i="0" u="none" strike="noStrike" dirty="0">
                <a:solidFill>
                  <a:srgbClr val="000000"/>
                </a:solidFill>
                <a:effectLst/>
                <a:latin typeface="Arial" panose="020B0604020202020204" pitchFamily="34" charset="0"/>
              </a:rPr>
              <a:t>.</a:t>
            </a:r>
            <a:endParaRPr lang="vi-VN" sz="1800" i="0" u="none" strike="noStrike" dirty="0"/>
          </a:p>
          <a:p>
            <a:pPr fontAlgn="base"/>
            <a:r>
              <a:rPr lang="vi-VN" sz="1800" b="0" i="0" u="none" strike="noStrike" dirty="0">
                <a:solidFill>
                  <a:srgbClr val="000000"/>
                </a:solidFill>
                <a:effectLst/>
                <a:latin typeface="Arial" panose="020B0604020202020204" pitchFamily="34" charset="0"/>
              </a:rPr>
              <a:t>- </a:t>
            </a:r>
            <a:r>
              <a:rPr lang="en-US" sz="1800" b="0" i="0" u="none" strike="noStrike" dirty="0" err="1">
                <a:solidFill>
                  <a:srgbClr val="000000"/>
                </a:solidFill>
                <a:effectLst/>
                <a:latin typeface="Arial" panose="020B0604020202020204" pitchFamily="34" charset="0"/>
              </a:rPr>
              <a:t>Dữ</a:t>
            </a:r>
            <a:r>
              <a:rPr lang="en-US" sz="1800" b="0" i="0" u="none" strike="noStrike" dirty="0">
                <a:solidFill>
                  <a:srgbClr val="000000"/>
                </a:solidFill>
                <a:effectLst/>
                <a:latin typeface="Arial" panose="020B0604020202020204" pitchFamily="34" charset="0"/>
              </a:rPr>
              <a:t> </a:t>
            </a:r>
            <a:r>
              <a:rPr lang="en-US" sz="1800" b="0" i="0" u="none" strike="noStrike" dirty="0" err="1">
                <a:solidFill>
                  <a:srgbClr val="000000"/>
                </a:solidFill>
                <a:effectLst/>
                <a:latin typeface="Arial" panose="020B0604020202020204" pitchFamily="34" charset="0"/>
              </a:rPr>
              <a:t>liệu</a:t>
            </a:r>
            <a:r>
              <a:rPr lang="en-US" sz="1800" b="0" i="0" u="none" strike="noStrike" dirty="0">
                <a:solidFill>
                  <a:srgbClr val="000000"/>
                </a:solidFill>
                <a:effectLst/>
                <a:latin typeface="Arial" panose="020B0604020202020204" pitchFamily="34" charset="0"/>
              </a:rPr>
              <a:t> </a:t>
            </a:r>
            <a:r>
              <a:rPr lang="en-US" sz="1800" b="0" i="0" u="none" strike="noStrike" dirty="0" err="1">
                <a:solidFill>
                  <a:srgbClr val="000000"/>
                </a:solidFill>
                <a:effectLst/>
                <a:latin typeface="Arial" panose="020B0604020202020204" pitchFamily="34" charset="0"/>
              </a:rPr>
              <a:t>huấn</a:t>
            </a:r>
            <a:r>
              <a:rPr lang="en-US" sz="1800" b="0" i="0" u="none" strike="noStrike" dirty="0">
                <a:solidFill>
                  <a:srgbClr val="000000"/>
                </a:solidFill>
                <a:effectLst/>
                <a:latin typeface="Arial" panose="020B0604020202020204" pitchFamily="34" charset="0"/>
              </a:rPr>
              <a:t> </a:t>
            </a:r>
            <a:r>
              <a:rPr lang="en-US" sz="1800" b="0" i="0" u="none" strike="noStrike" dirty="0" err="1">
                <a:solidFill>
                  <a:srgbClr val="000000"/>
                </a:solidFill>
                <a:effectLst/>
                <a:latin typeface="Arial" panose="020B0604020202020204" pitchFamily="34" charset="0"/>
              </a:rPr>
              <a:t>luyện</a:t>
            </a:r>
            <a:r>
              <a:rPr lang="en-US" sz="1800" b="0" i="0" u="none" strike="noStrike" dirty="0">
                <a:solidFill>
                  <a:srgbClr val="000000"/>
                </a:solidFill>
                <a:effectLst/>
                <a:latin typeface="Arial" panose="020B0604020202020204" pitchFamily="34" charset="0"/>
              </a:rPr>
              <a:t> / </a:t>
            </a:r>
            <a:r>
              <a:rPr lang="en-US" sz="1800" b="0" i="0" u="none" strike="noStrike" dirty="0" err="1">
                <a:solidFill>
                  <a:srgbClr val="000000"/>
                </a:solidFill>
                <a:effectLst/>
                <a:latin typeface="Arial" panose="020B0604020202020204" pitchFamily="34" charset="0"/>
              </a:rPr>
              <a:t>dữ</a:t>
            </a:r>
            <a:r>
              <a:rPr lang="en-US" sz="1800" b="0" i="0" u="none" strike="noStrike" dirty="0">
                <a:solidFill>
                  <a:srgbClr val="000000"/>
                </a:solidFill>
                <a:effectLst/>
                <a:latin typeface="Arial" panose="020B0604020202020204" pitchFamily="34" charset="0"/>
              </a:rPr>
              <a:t> </a:t>
            </a:r>
            <a:r>
              <a:rPr lang="en-US" sz="1800" b="0" i="0" u="none" strike="noStrike" dirty="0" err="1">
                <a:solidFill>
                  <a:srgbClr val="000000"/>
                </a:solidFill>
                <a:effectLst/>
                <a:latin typeface="Arial" panose="020B0604020202020204" pitchFamily="34" charset="0"/>
              </a:rPr>
              <a:t>liệu</a:t>
            </a:r>
            <a:r>
              <a:rPr lang="en-US" sz="1800" b="0" i="0" u="none" strike="noStrike" dirty="0">
                <a:solidFill>
                  <a:srgbClr val="000000"/>
                </a:solidFill>
                <a:effectLst/>
                <a:latin typeface="Arial" panose="020B0604020202020204" pitchFamily="34" charset="0"/>
              </a:rPr>
              <a:t> </a:t>
            </a:r>
            <a:r>
              <a:rPr lang="en-US" sz="1800" b="0" i="0" u="none" strike="noStrike" dirty="0" err="1">
                <a:solidFill>
                  <a:srgbClr val="000000"/>
                </a:solidFill>
                <a:effectLst/>
                <a:latin typeface="Arial" panose="020B0604020202020204" pitchFamily="34" charset="0"/>
              </a:rPr>
              <a:t>kiểm</a:t>
            </a:r>
            <a:r>
              <a:rPr lang="en-US" sz="1800" b="0" i="0" u="none" strike="noStrike" dirty="0">
                <a:solidFill>
                  <a:srgbClr val="000000"/>
                </a:solidFill>
                <a:effectLst/>
                <a:latin typeface="Arial" panose="020B0604020202020204" pitchFamily="34" charset="0"/>
              </a:rPr>
              <a:t> </a:t>
            </a:r>
            <a:r>
              <a:rPr lang="en-US" sz="1800" b="0" i="0" u="none" strike="noStrike" dirty="0" err="1">
                <a:solidFill>
                  <a:srgbClr val="000000"/>
                </a:solidFill>
                <a:effectLst/>
                <a:latin typeface="Arial" panose="020B0604020202020204" pitchFamily="34" charset="0"/>
              </a:rPr>
              <a:t>tra</a:t>
            </a:r>
            <a:r>
              <a:rPr lang="en-US" sz="1800" b="0" i="0" u="none" strike="noStrike" dirty="0">
                <a:solidFill>
                  <a:srgbClr val="000000"/>
                </a:solidFill>
                <a:effectLst/>
                <a:latin typeface="Arial" panose="020B0604020202020204" pitchFamily="34" charset="0"/>
              </a:rPr>
              <a:t>: 9935 / 2484.</a:t>
            </a:r>
            <a:endParaRPr lang="en-US" b="0" dirty="0">
              <a:effectLst/>
            </a:endParaRPr>
          </a:p>
          <a:p>
            <a:pPr rtl="0" fontAlgn="base"/>
            <a:endParaRPr lang="vi-VN" sz="1800" b="0" i="0" u="none" strike="noStrike" dirty="0">
              <a:solidFill>
                <a:srgbClr val="000000"/>
              </a:solidFill>
              <a:effectLst/>
              <a:latin typeface="Arial" panose="020B0604020202020204" pitchFamily="34" charset="0"/>
            </a:endParaRPr>
          </a:p>
          <a:p>
            <a:pPr rtl="0" fontAlgn="base"/>
            <a:r>
              <a:rPr lang="en-US" sz="1800" b="0" i="0" u="none" strike="noStrike" dirty="0" err="1">
                <a:solidFill>
                  <a:srgbClr val="000000"/>
                </a:solidFill>
                <a:effectLst/>
                <a:latin typeface="Arial" panose="020B0604020202020204" pitchFamily="34" charset="0"/>
              </a:rPr>
              <a:t>Kết</a:t>
            </a:r>
            <a:r>
              <a:rPr lang="en-US" sz="1800" b="0" i="0" u="none" strike="noStrike" dirty="0">
                <a:solidFill>
                  <a:srgbClr val="000000"/>
                </a:solidFill>
                <a:effectLst/>
                <a:latin typeface="Arial" panose="020B0604020202020204" pitchFamily="34" charset="0"/>
              </a:rPr>
              <a:t> </a:t>
            </a:r>
            <a:r>
              <a:rPr lang="en-US" sz="1800" b="0" i="0" u="none" strike="noStrike" dirty="0" err="1">
                <a:solidFill>
                  <a:srgbClr val="000000"/>
                </a:solidFill>
                <a:effectLst/>
                <a:latin typeface="Arial" panose="020B0604020202020204" pitchFamily="34" charset="0"/>
              </a:rPr>
              <a:t>quả</a:t>
            </a:r>
            <a:r>
              <a:rPr lang="en-US" sz="1800" b="0" i="0" u="none" strike="noStrike" dirty="0">
                <a:solidFill>
                  <a:srgbClr val="000000"/>
                </a:solidFill>
                <a:effectLst/>
                <a:latin typeface="Arial" panose="020B0604020202020204" pitchFamily="34" charset="0"/>
              </a:rPr>
              <a:t> </a:t>
            </a:r>
            <a:r>
              <a:rPr lang="en-US" sz="1800" b="0" i="0" u="none" strike="noStrike" dirty="0" err="1">
                <a:solidFill>
                  <a:srgbClr val="000000"/>
                </a:solidFill>
                <a:effectLst/>
                <a:latin typeface="Arial" panose="020B0604020202020204" pitchFamily="34" charset="0"/>
              </a:rPr>
              <a:t>chạy</a:t>
            </a:r>
            <a:r>
              <a:rPr lang="en-US" sz="1800" b="0" i="0" u="none" strike="noStrike" dirty="0">
                <a:solidFill>
                  <a:srgbClr val="000000"/>
                </a:solidFill>
                <a:effectLst/>
                <a:latin typeface="Arial" panose="020B0604020202020204" pitchFamily="34" charset="0"/>
              </a:rPr>
              <a:t> </a:t>
            </a:r>
            <a:r>
              <a:rPr lang="en-US" sz="1800" b="0" i="0" u="none" strike="noStrike" dirty="0" err="1">
                <a:solidFill>
                  <a:srgbClr val="000000"/>
                </a:solidFill>
                <a:effectLst/>
                <a:latin typeface="Arial" panose="020B0604020202020204" pitchFamily="34" charset="0"/>
              </a:rPr>
              <a:t>thử</a:t>
            </a:r>
            <a:r>
              <a:rPr lang="en-US" sz="1800" b="0" i="0" u="none" strike="noStrike" dirty="0">
                <a:solidFill>
                  <a:srgbClr val="000000"/>
                </a:solidFill>
                <a:effectLst/>
                <a:latin typeface="Arial" panose="020B0604020202020204" pitchFamily="34" charset="0"/>
              </a:rPr>
              <a:t> </a:t>
            </a:r>
            <a:r>
              <a:rPr lang="en-US" sz="1800" b="0" i="0" u="none" strike="noStrike" dirty="0" err="1">
                <a:solidFill>
                  <a:srgbClr val="000000"/>
                </a:solidFill>
                <a:effectLst/>
                <a:latin typeface="Arial" panose="020B0604020202020204" pitchFamily="34" charset="0"/>
              </a:rPr>
              <a:t>nghiệm</a:t>
            </a:r>
            <a:r>
              <a:rPr lang="en-US" sz="1800" b="0" i="0" u="none" strike="noStrike" dirty="0">
                <a:solidFill>
                  <a:srgbClr val="000000"/>
                </a:solidFill>
                <a:effectLst/>
                <a:latin typeface="Arial" panose="020B0604020202020204" pitchFamily="34" charset="0"/>
              </a:rPr>
              <a:t> </a:t>
            </a:r>
            <a:r>
              <a:rPr lang="en-US" sz="1800" b="0" i="0" u="none" strike="noStrike" dirty="0" err="1">
                <a:solidFill>
                  <a:srgbClr val="000000"/>
                </a:solidFill>
                <a:effectLst/>
                <a:latin typeface="Arial" panose="020B0604020202020204" pitchFamily="34" charset="0"/>
              </a:rPr>
              <a:t>mô</a:t>
            </a:r>
            <a:r>
              <a:rPr lang="en-US" sz="1800" b="0" i="0" u="none" strike="noStrike" dirty="0">
                <a:solidFill>
                  <a:srgbClr val="000000"/>
                </a:solidFill>
                <a:effectLst/>
                <a:latin typeface="Arial" panose="020B0604020202020204" pitchFamily="34" charset="0"/>
              </a:rPr>
              <a:t> </a:t>
            </a:r>
            <a:r>
              <a:rPr lang="en-US" sz="1800" b="0" i="0" u="none" strike="noStrike" dirty="0" err="1">
                <a:solidFill>
                  <a:srgbClr val="000000"/>
                </a:solidFill>
                <a:effectLst/>
                <a:latin typeface="Arial" panose="020B0604020202020204" pitchFamily="34" charset="0"/>
              </a:rPr>
              <a:t>hình</a:t>
            </a:r>
            <a:r>
              <a:rPr lang="en-US" sz="1800" b="0" i="0" u="none" strike="noStrike" dirty="0">
                <a:solidFill>
                  <a:srgbClr val="000000"/>
                </a:solidFill>
                <a:effectLst/>
                <a:latin typeface="Arial" panose="020B0604020202020204" pitchFamily="34" charset="0"/>
              </a:rPr>
              <a:t> </a:t>
            </a:r>
            <a:r>
              <a:rPr lang="en-US" sz="1800" b="0" i="0" u="none" strike="noStrike" dirty="0" err="1">
                <a:solidFill>
                  <a:srgbClr val="000000"/>
                </a:solidFill>
                <a:effectLst/>
                <a:latin typeface="Arial" panose="020B0604020202020204" pitchFamily="34" charset="0"/>
              </a:rPr>
              <a:t>với</a:t>
            </a:r>
            <a:r>
              <a:rPr lang="en-US" sz="1800" b="0" i="0" u="none" strike="noStrike" dirty="0">
                <a:solidFill>
                  <a:srgbClr val="000000"/>
                </a:solidFill>
                <a:effectLst/>
                <a:latin typeface="Arial" panose="020B0604020202020204" pitchFamily="34" charset="0"/>
              </a:rPr>
              <a:t> </a:t>
            </a:r>
            <a:r>
              <a:rPr lang="en-US" sz="1800" b="0" i="0" u="none" strike="noStrike" dirty="0" err="1">
                <a:solidFill>
                  <a:srgbClr val="000000"/>
                </a:solidFill>
                <a:effectLst/>
                <a:latin typeface="Arial" panose="020B0604020202020204" pitchFamily="34" charset="0"/>
              </a:rPr>
              <a:t>các</a:t>
            </a:r>
            <a:r>
              <a:rPr lang="en-US" sz="1800" b="0" i="0" u="none" strike="noStrike" dirty="0">
                <a:solidFill>
                  <a:srgbClr val="000000"/>
                </a:solidFill>
                <a:effectLst/>
                <a:latin typeface="Arial" panose="020B0604020202020204" pitchFamily="34" charset="0"/>
              </a:rPr>
              <a:t> </a:t>
            </a:r>
            <a:r>
              <a:rPr lang="en-US" sz="1800" b="0" i="0" u="none" strike="noStrike" dirty="0" err="1">
                <a:solidFill>
                  <a:srgbClr val="000000"/>
                </a:solidFill>
                <a:effectLst/>
                <a:latin typeface="Arial" panose="020B0604020202020204" pitchFamily="34" charset="0"/>
              </a:rPr>
              <a:t>khoảng</a:t>
            </a:r>
            <a:r>
              <a:rPr lang="en-US" sz="1800" b="0" i="0" u="none" strike="noStrike" dirty="0">
                <a:solidFill>
                  <a:srgbClr val="000000"/>
                </a:solidFill>
                <a:effectLst/>
                <a:latin typeface="Arial" panose="020B0604020202020204" pitchFamily="34" charset="0"/>
              </a:rPr>
              <a:t> k:</a:t>
            </a:r>
          </a:p>
        </p:txBody>
      </p:sp>
      <p:pic>
        <p:nvPicPr>
          <p:cNvPr id="5122" name="Picture 2">
            <a:extLst>
              <a:ext uri="{FF2B5EF4-FFF2-40B4-BE49-F238E27FC236}">
                <a16:creationId xmlns:a16="http://schemas.microsoft.com/office/drawing/2014/main" id="{E8E6DF4D-150F-71DB-DCEF-F19B078D24E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00178" y="2828823"/>
            <a:ext cx="6600888" cy="3098809"/>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D6C28985-9392-01C5-6FA2-CC0275BD7473}"/>
              </a:ext>
            </a:extLst>
          </p:cNvPr>
          <p:cNvSpPr txBox="1"/>
          <p:nvPr/>
        </p:nvSpPr>
        <p:spPr>
          <a:xfrm>
            <a:off x="766916" y="3015033"/>
            <a:ext cx="3805084" cy="2726387"/>
          </a:xfrm>
          <a:prstGeom prst="rect">
            <a:avLst/>
          </a:prstGeom>
          <a:noFill/>
        </p:spPr>
        <p:txBody>
          <a:bodyPr wrap="square">
            <a:spAutoFit/>
          </a:bodyPr>
          <a:lstStyle/>
          <a:p>
            <a:pPr algn="just" rtl="0" fontAlgn="base">
              <a:spcBef>
                <a:spcPts val="1100"/>
              </a:spcBef>
              <a:buFont typeface="Arial" panose="020B0604020202020204" pitchFamily="34" charset="0"/>
              <a:buChar char="•"/>
            </a:pPr>
            <a:r>
              <a:rPr lang="en-US" sz="1800" b="0" i="0" u="none" strike="noStrike" dirty="0">
                <a:solidFill>
                  <a:srgbClr val="000000"/>
                </a:solidFill>
                <a:effectLst/>
                <a:latin typeface="Arial" panose="020B0604020202020204" pitchFamily="34" charset="0"/>
              </a:rPr>
              <a:t>Khi </a:t>
            </a:r>
            <a:r>
              <a:rPr lang="en-US" sz="1800" b="0" i="0" u="none" strike="noStrike" dirty="0" err="1">
                <a:solidFill>
                  <a:srgbClr val="000000"/>
                </a:solidFill>
                <a:effectLst/>
                <a:latin typeface="Arial" panose="020B0604020202020204" pitchFamily="34" charset="0"/>
              </a:rPr>
              <a:t>giá</a:t>
            </a:r>
            <a:r>
              <a:rPr lang="en-US" sz="1800" b="0" i="0" u="none" strike="noStrike" dirty="0">
                <a:solidFill>
                  <a:srgbClr val="000000"/>
                </a:solidFill>
                <a:effectLst/>
                <a:latin typeface="Arial" panose="020B0604020202020204" pitchFamily="34" charset="0"/>
              </a:rPr>
              <a:t> </a:t>
            </a:r>
            <a:r>
              <a:rPr lang="en-US" sz="1800" b="0" i="0" u="none" strike="noStrike" dirty="0" err="1">
                <a:solidFill>
                  <a:srgbClr val="000000"/>
                </a:solidFill>
                <a:effectLst/>
                <a:latin typeface="Arial" panose="020B0604020202020204" pitchFamily="34" charset="0"/>
              </a:rPr>
              <a:t>trị</a:t>
            </a:r>
            <a:r>
              <a:rPr lang="en-US" sz="1800" b="0" i="0" u="none" strike="noStrike" dirty="0">
                <a:solidFill>
                  <a:srgbClr val="000000"/>
                </a:solidFill>
                <a:effectLst/>
                <a:latin typeface="Arial" panose="020B0604020202020204" pitchFamily="34" charset="0"/>
              </a:rPr>
              <a:t> </a:t>
            </a:r>
            <a:r>
              <a:rPr lang="en-US" sz="1800" b="0" i="0" u="none" strike="noStrike" dirty="0">
                <a:solidFill>
                  <a:srgbClr val="000000"/>
                </a:solidFill>
                <a:effectLst/>
                <a:latin typeface="Roboto Mono" panose="00000009000000000000" pitchFamily="49" charset="0"/>
              </a:rPr>
              <a:t>k</a:t>
            </a:r>
            <a:r>
              <a:rPr lang="en-US" sz="1800" b="0" i="0" u="none" strike="noStrike" dirty="0">
                <a:solidFill>
                  <a:srgbClr val="000000"/>
                </a:solidFill>
                <a:effectLst/>
                <a:latin typeface="Arial" panose="020B0604020202020204" pitchFamily="34" charset="0"/>
              </a:rPr>
              <a:t> </a:t>
            </a:r>
            <a:r>
              <a:rPr lang="en-US" sz="1800" b="0" i="0" u="none" strike="noStrike" dirty="0" err="1">
                <a:solidFill>
                  <a:srgbClr val="000000"/>
                </a:solidFill>
                <a:effectLst/>
                <a:latin typeface="Arial" panose="020B0604020202020204" pitchFamily="34" charset="0"/>
              </a:rPr>
              <a:t>nhỏ</a:t>
            </a:r>
            <a:r>
              <a:rPr lang="en-US" sz="1800" b="0" i="0" u="none" strike="noStrike" dirty="0">
                <a:solidFill>
                  <a:srgbClr val="000000"/>
                </a:solidFill>
                <a:effectLst/>
                <a:latin typeface="Arial" panose="020B0604020202020204" pitchFamily="34" charset="0"/>
              </a:rPr>
              <a:t> (k=25), </a:t>
            </a:r>
            <a:r>
              <a:rPr lang="en-US" sz="1800" b="0" i="0" u="none" strike="noStrike" dirty="0" err="1">
                <a:solidFill>
                  <a:srgbClr val="000000"/>
                </a:solidFill>
                <a:effectLst/>
                <a:latin typeface="Arial" panose="020B0604020202020204" pitchFamily="34" charset="0"/>
              </a:rPr>
              <a:t>độ</a:t>
            </a:r>
            <a:r>
              <a:rPr lang="en-US" sz="1800" b="0" i="0" u="none" strike="noStrike" dirty="0">
                <a:solidFill>
                  <a:srgbClr val="000000"/>
                </a:solidFill>
                <a:effectLst/>
                <a:latin typeface="Arial" panose="020B0604020202020204" pitchFamily="34" charset="0"/>
              </a:rPr>
              <a:t> </a:t>
            </a:r>
            <a:r>
              <a:rPr lang="en-US" sz="1800" b="0" i="0" u="none" strike="noStrike" dirty="0" err="1">
                <a:solidFill>
                  <a:srgbClr val="000000"/>
                </a:solidFill>
                <a:effectLst/>
                <a:latin typeface="Arial" panose="020B0604020202020204" pitchFamily="34" charset="0"/>
              </a:rPr>
              <a:t>chính</a:t>
            </a:r>
            <a:r>
              <a:rPr lang="en-US" sz="1800" b="0" i="0" u="none" strike="noStrike" dirty="0">
                <a:solidFill>
                  <a:srgbClr val="000000"/>
                </a:solidFill>
                <a:effectLst/>
                <a:latin typeface="Arial" panose="020B0604020202020204" pitchFamily="34" charset="0"/>
              </a:rPr>
              <a:t> </a:t>
            </a:r>
            <a:r>
              <a:rPr lang="en-US" sz="1800" b="0" i="0" u="none" strike="noStrike" dirty="0" err="1">
                <a:solidFill>
                  <a:srgbClr val="000000"/>
                </a:solidFill>
                <a:effectLst/>
                <a:latin typeface="Arial" panose="020B0604020202020204" pitchFamily="34" charset="0"/>
              </a:rPr>
              <a:t>xác</a:t>
            </a:r>
            <a:r>
              <a:rPr lang="en-US" sz="1800" b="0" i="0" u="none" strike="noStrike" dirty="0">
                <a:solidFill>
                  <a:srgbClr val="000000"/>
                </a:solidFill>
                <a:effectLst/>
                <a:latin typeface="Arial" panose="020B0604020202020204" pitchFamily="34" charset="0"/>
              </a:rPr>
              <a:t> </a:t>
            </a:r>
            <a:r>
              <a:rPr lang="en-US" sz="1800" b="0" i="0" u="none" strike="noStrike" dirty="0" err="1">
                <a:solidFill>
                  <a:srgbClr val="000000"/>
                </a:solidFill>
                <a:effectLst/>
                <a:latin typeface="Arial" panose="020B0604020202020204" pitchFamily="34" charset="0"/>
              </a:rPr>
              <a:t>của</a:t>
            </a:r>
            <a:r>
              <a:rPr lang="en-US" sz="1800" b="0" i="0" u="none" strike="noStrike" dirty="0">
                <a:solidFill>
                  <a:srgbClr val="000000"/>
                </a:solidFill>
                <a:effectLst/>
                <a:latin typeface="Arial" panose="020B0604020202020204" pitchFamily="34" charset="0"/>
              </a:rPr>
              <a:t> </a:t>
            </a:r>
            <a:r>
              <a:rPr lang="en-US" sz="1800" b="0" i="0" u="none" strike="noStrike" dirty="0" err="1">
                <a:solidFill>
                  <a:srgbClr val="000000"/>
                </a:solidFill>
                <a:effectLst/>
                <a:latin typeface="Arial" panose="020B0604020202020204" pitchFamily="34" charset="0"/>
              </a:rPr>
              <a:t>mô</a:t>
            </a:r>
            <a:r>
              <a:rPr lang="en-US" sz="1800" b="0" i="0" u="none" strike="noStrike" dirty="0">
                <a:solidFill>
                  <a:srgbClr val="000000"/>
                </a:solidFill>
                <a:effectLst/>
                <a:latin typeface="Arial" panose="020B0604020202020204" pitchFamily="34" charset="0"/>
              </a:rPr>
              <a:t> </a:t>
            </a:r>
            <a:r>
              <a:rPr lang="en-US" sz="1800" b="0" i="0" u="none" strike="noStrike" dirty="0" err="1">
                <a:solidFill>
                  <a:srgbClr val="000000"/>
                </a:solidFill>
                <a:effectLst/>
                <a:latin typeface="Arial" panose="020B0604020202020204" pitchFamily="34" charset="0"/>
              </a:rPr>
              <a:t>hình</a:t>
            </a:r>
            <a:r>
              <a:rPr lang="en-US" sz="1800" b="0" i="0" u="none" strike="noStrike" dirty="0">
                <a:solidFill>
                  <a:srgbClr val="000000"/>
                </a:solidFill>
                <a:effectLst/>
                <a:latin typeface="Arial" panose="020B0604020202020204" pitchFamily="34" charset="0"/>
              </a:rPr>
              <a:t> </a:t>
            </a:r>
            <a:r>
              <a:rPr lang="en-US" sz="1800" b="0" i="0" u="none" strike="noStrike" dirty="0" err="1">
                <a:solidFill>
                  <a:srgbClr val="000000"/>
                </a:solidFill>
                <a:effectLst/>
                <a:latin typeface="Arial" panose="020B0604020202020204" pitchFamily="34" charset="0"/>
              </a:rPr>
              <a:t>đạt</a:t>
            </a:r>
            <a:r>
              <a:rPr lang="en-US" sz="1800" b="0" i="0" u="none" strike="noStrike" dirty="0">
                <a:solidFill>
                  <a:srgbClr val="000000"/>
                </a:solidFill>
                <a:effectLst/>
                <a:latin typeface="Arial" panose="020B0604020202020204" pitchFamily="34" charset="0"/>
              </a:rPr>
              <a:t> </a:t>
            </a:r>
            <a:r>
              <a:rPr lang="en-US" sz="1800" b="0" i="0" u="none" strike="noStrike" dirty="0" err="1">
                <a:solidFill>
                  <a:srgbClr val="000000"/>
                </a:solidFill>
                <a:effectLst/>
                <a:latin typeface="Arial" panose="020B0604020202020204" pitchFamily="34" charset="0"/>
              </a:rPr>
              <a:t>khoảng</a:t>
            </a:r>
            <a:r>
              <a:rPr lang="en-US" sz="1800" b="0" i="0" u="none" strike="noStrike" dirty="0">
                <a:solidFill>
                  <a:srgbClr val="000000"/>
                </a:solidFill>
                <a:effectLst/>
                <a:latin typeface="Arial" panose="020B0604020202020204" pitchFamily="34" charset="0"/>
              </a:rPr>
              <a:t> 0.678.</a:t>
            </a:r>
            <a:endParaRPr lang="vi-VN" sz="1800" b="0" i="0" u="none" strike="noStrike" dirty="0">
              <a:solidFill>
                <a:srgbClr val="000000"/>
              </a:solidFill>
              <a:effectLst/>
              <a:latin typeface="Arial" panose="020B0604020202020204" pitchFamily="34" charset="0"/>
            </a:endParaRPr>
          </a:p>
          <a:p>
            <a:pPr algn="just" rtl="0" fontAlgn="base">
              <a:spcBef>
                <a:spcPts val="1100"/>
              </a:spcBef>
            </a:pPr>
            <a:endParaRPr lang="en-US" sz="1800" b="0" i="0" u="none" strike="noStrike" dirty="0">
              <a:solidFill>
                <a:srgbClr val="000000"/>
              </a:solidFill>
              <a:effectLst/>
              <a:latin typeface="Arial" panose="020B0604020202020204" pitchFamily="34" charset="0"/>
            </a:endParaRPr>
          </a:p>
          <a:p>
            <a:pPr algn="just" rtl="0" fontAlgn="base">
              <a:buFont typeface="Arial" panose="020B0604020202020204" pitchFamily="34" charset="0"/>
              <a:buChar char="•"/>
            </a:pPr>
            <a:r>
              <a:rPr lang="en-US" sz="1800" b="0" i="0" u="none" strike="noStrike" dirty="0">
                <a:solidFill>
                  <a:srgbClr val="000000"/>
                </a:solidFill>
                <a:effectLst/>
                <a:latin typeface="Arial" panose="020B0604020202020204" pitchFamily="34" charset="0"/>
              </a:rPr>
              <a:t>Khi </a:t>
            </a:r>
            <a:r>
              <a:rPr lang="en-US" sz="1800" b="0" i="0" u="none" strike="noStrike" dirty="0" err="1">
                <a:solidFill>
                  <a:srgbClr val="000000"/>
                </a:solidFill>
                <a:effectLst/>
                <a:latin typeface="Arial" panose="020B0604020202020204" pitchFamily="34" charset="0"/>
              </a:rPr>
              <a:t>tăng</a:t>
            </a:r>
            <a:r>
              <a:rPr lang="en-US" sz="1800" b="0" i="0" u="none" strike="noStrike" dirty="0">
                <a:solidFill>
                  <a:srgbClr val="000000"/>
                </a:solidFill>
                <a:effectLst/>
                <a:latin typeface="Arial" panose="020B0604020202020204" pitchFamily="34" charset="0"/>
              </a:rPr>
              <a:t> </a:t>
            </a:r>
            <a:r>
              <a:rPr lang="en-US" sz="1800" b="0" i="0" u="none" strike="noStrike" dirty="0" err="1">
                <a:solidFill>
                  <a:srgbClr val="000000"/>
                </a:solidFill>
                <a:effectLst/>
                <a:latin typeface="Arial" panose="020B0604020202020204" pitchFamily="34" charset="0"/>
              </a:rPr>
              <a:t>dần</a:t>
            </a:r>
            <a:r>
              <a:rPr lang="en-US" sz="1800" b="0" i="0" u="none" strike="noStrike" dirty="0">
                <a:solidFill>
                  <a:srgbClr val="000000"/>
                </a:solidFill>
                <a:effectLst/>
                <a:latin typeface="Arial" panose="020B0604020202020204" pitchFamily="34" charset="0"/>
              </a:rPr>
              <a:t> </a:t>
            </a:r>
            <a:r>
              <a:rPr lang="en-US" sz="1800" b="0" i="0" u="none" strike="noStrike" dirty="0">
                <a:solidFill>
                  <a:srgbClr val="000000"/>
                </a:solidFill>
                <a:effectLst/>
                <a:latin typeface="Roboto Mono" panose="00000009000000000000" pitchFamily="49" charset="0"/>
              </a:rPr>
              <a:t>k</a:t>
            </a:r>
            <a:r>
              <a:rPr lang="en-US" sz="1800" b="0" i="0" u="none" strike="noStrike" dirty="0">
                <a:solidFill>
                  <a:srgbClr val="000000"/>
                </a:solidFill>
                <a:effectLst/>
                <a:latin typeface="Arial" panose="020B0604020202020204" pitchFamily="34" charset="0"/>
              </a:rPr>
              <a:t> </a:t>
            </a:r>
            <a:r>
              <a:rPr lang="en-US" sz="1800" b="0" i="0" u="none" strike="noStrike" dirty="0" err="1">
                <a:solidFill>
                  <a:srgbClr val="000000"/>
                </a:solidFill>
                <a:effectLst/>
                <a:latin typeface="Arial" panose="020B0604020202020204" pitchFamily="34" charset="0"/>
              </a:rPr>
              <a:t>lên</a:t>
            </a:r>
            <a:r>
              <a:rPr lang="en-US" sz="1800" b="0" i="0" u="none" strike="noStrike" dirty="0">
                <a:solidFill>
                  <a:srgbClr val="000000"/>
                </a:solidFill>
                <a:effectLst/>
                <a:latin typeface="Arial" panose="020B0604020202020204" pitchFamily="34" charset="0"/>
              </a:rPr>
              <a:t> </a:t>
            </a:r>
            <a:r>
              <a:rPr lang="en-US" sz="1800" b="0" i="0" u="none" strike="noStrike" dirty="0" err="1">
                <a:solidFill>
                  <a:srgbClr val="000000"/>
                </a:solidFill>
                <a:effectLst/>
                <a:latin typeface="Arial" panose="020B0604020202020204" pitchFamily="34" charset="0"/>
              </a:rPr>
              <a:t>đến</a:t>
            </a:r>
            <a:r>
              <a:rPr lang="en-US" sz="1800" b="0" i="0" u="none" strike="noStrike" dirty="0">
                <a:solidFill>
                  <a:srgbClr val="000000"/>
                </a:solidFill>
                <a:effectLst/>
                <a:latin typeface="Arial" panose="020B0604020202020204" pitchFamily="34" charset="0"/>
              </a:rPr>
              <a:t> 55, </a:t>
            </a:r>
            <a:r>
              <a:rPr lang="en-US" sz="1800" b="0" i="0" u="none" strike="noStrike" dirty="0" err="1">
                <a:solidFill>
                  <a:srgbClr val="000000"/>
                </a:solidFill>
                <a:effectLst/>
                <a:latin typeface="Arial" panose="020B0604020202020204" pitchFamily="34" charset="0"/>
              </a:rPr>
              <a:t>độ</a:t>
            </a:r>
            <a:r>
              <a:rPr lang="en-US" sz="1800" b="0" i="0" u="none" strike="noStrike" dirty="0">
                <a:solidFill>
                  <a:srgbClr val="000000"/>
                </a:solidFill>
                <a:effectLst/>
                <a:latin typeface="Arial" panose="020B0604020202020204" pitchFamily="34" charset="0"/>
              </a:rPr>
              <a:t> </a:t>
            </a:r>
            <a:r>
              <a:rPr lang="en-US" sz="1800" b="0" i="0" u="none" strike="noStrike" dirty="0" err="1">
                <a:solidFill>
                  <a:srgbClr val="000000"/>
                </a:solidFill>
                <a:effectLst/>
                <a:latin typeface="Arial" panose="020B0604020202020204" pitchFamily="34" charset="0"/>
              </a:rPr>
              <a:t>chính</a:t>
            </a:r>
            <a:r>
              <a:rPr lang="en-US" sz="1800" b="0" i="0" u="none" strike="noStrike" dirty="0">
                <a:solidFill>
                  <a:srgbClr val="000000"/>
                </a:solidFill>
                <a:effectLst/>
                <a:latin typeface="Arial" panose="020B0604020202020204" pitchFamily="34" charset="0"/>
              </a:rPr>
              <a:t> </a:t>
            </a:r>
            <a:r>
              <a:rPr lang="en-US" sz="1800" b="0" i="0" u="none" strike="noStrike" dirty="0" err="1">
                <a:solidFill>
                  <a:srgbClr val="000000"/>
                </a:solidFill>
                <a:effectLst/>
                <a:latin typeface="Arial" panose="020B0604020202020204" pitchFamily="34" charset="0"/>
              </a:rPr>
              <a:t>xác</a:t>
            </a:r>
            <a:r>
              <a:rPr lang="en-US" sz="1800" b="0" i="0" u="none" strike="noStrike" dirty="0">
                <a:solidFill>
                  <a:srgbClr val="000000"/>
                </a:solidFill>
                <a:effectLst/>
                <a:latin typeface="Arial" panose="020B0604020202020204" pitchFamily="34" charset="0"/>
              </a:rPr>
              <a:t> </a:t>
            </a:r>
            <a:r>
              <a:rPr lang="en-US" sz="1800" b="0" i="0" u="none" strike="noStrike" dirty="0" err="1">
                <a:solidFill>
                  <a:srgbClr val="000000"/>
                </a:solidFill>
                <a:effectLst/>
                <a:latin typeface="Arial" panose="020B0604020202020204" pitchFamily="34" charset="0"/>
              </a:rPr>
              <a:t>tăng</a:t>
            </a:r>
            <a:r>
              <a:rPr lang="en-US" sz="1800" b="0" i="0" u="none" strike="noStrike" dirty="0">
                <a:solidFill>
                  <a:srgbClr val="000000"/>
                </a:solidFill>
                <a:effectLst/>
                <a:latin typeface="Arial" panose="020B0604020202020204" pitchFamily="34" charset="0"/>
              </a:rPr>
              <a:t> </a:t>
            </a:r>
            <a:r>
              <a:rPr lang="en-US" sz="1800" b="0" i="0" u="none" strike="noStrike" dirty="0" err="1">
                <a:solidFill>
                  <a:srgbClr val="000000"/>
                </a:solidFill>
                <a:effectLst/>
                <a:latin typeface="Arial" panose="020B0604020202020204" pitchFamily="34" charset="0"/>
              </a:rPr>
              <a:t>nhẹ</a:t>
            </a:r>
            <a:r>
              <a:rPr lang="en-US" sz="1800" b="0" i="0" u="none" strike="noStrike" dirty="0">
                <a:solidFill>
                  <a:srgbClr val="000000"/>
                </a:solidFill>
                <a:effectLst/>
                <a:latin typeface="Arial" panose="020B0604020202020204" pitchFamily="34" charset="0"/>
              </a:rPr>
              <a:t> </a:t>
            </a:r>
            <a:r>
              <a:rPr lang="en-US" sz="1800" b="0" i="0" u="none" strike="noStrike" dirty="0" err="1">
                <a:solidFill>
                  <a:srgbClr val="000000"/>
                </a:solidFill>
                <a:effectLst/>
                <a:latin typeface="Arial" panose="020B0604020202020204" pitchFamily="34" charset="0"/>
              </a:rPr>
              <a:t>và</a:t>
            </a:r>
            <a:r>
              <a:rPr lang="en-US" sz="1800" b="0" i="0" u="none" strike="noStrike" dirty="0">
                <a:solidFill>
                  <a:srgbClr val="000000"/>
                </a:solidFill>
                <a:effectLst/>
                <a:latin typeface="Arial" panose="020B0604020202020204" pitchFamily="34" charset="0"/>
              </a:rPr>
              <a:t> </a:t>
            </a:r>
            <a:r>
              <a:rPr lang="en-US" sz="1800" b="1" i="0" u="none" strike="noStrike" dirty="0" err="1">
                <a:solidFill>
                  <a:srgbClr val="000000"/>
                </a:solidFill>
                <a:effectLst/>
                <a:latin typeface="Arial" panose="020B0604020202020204" pitchFamily="34" charset="0"/>
              </a:rPr>
              <a:t>đạt</a:t>
            </a:r>
            <a:r>
              <a:rPr lang="en-US" sz="1800" b="1" i="0" u="none" strike="noStrike" dirty="0">
                <a:solidFill>
                  <a:srgbClr val="000000"/>
                </a:solidFill>
                <a:effectLst/>
                <a:latin typeface="Arial" panose="020B0604020202020204" pitchFamily="34" charset="0"/>
              </a:rPr>
              <a:t> </a:t>
            </a:r>
            <a:r>
              <a:rPr lang="en-US" sz="1800" b="1" i="0" u="none" strike="noStrike" dirty="0" err="1">
                <a:solidFill>
                  <a:srgbClr val="000000"/>
                </a:solidFill>
                <a:effectLst/>
                <a:latin typeface="Arial" panose="020B0604020202020204" pitchFamily="34" charset="0"/>
              </a:rPr>
              <a:t>đỉnh</a:t>
            </a:r>
            <a:r>
              <a:rPr lang="en-US" sz="1800" b="1" i="0" u="none" strike="noStrike" dirty="0">
                <a:solidFill>
                  <a:srgbClr val="000000"/>
                </a:solidFill>
                <a:effectLst/>
                <a:latin typeface="Arial" panose="020B0604020202020204" pitchFamily="34" charset="0"/>
              </a:rPr>
              <a:t> </a:t>
            </a:r>
            <a:r>
              <a:rPr lang="en-US" sz="1800" b="1" i="0" u="none" strike="noStrike" dirty="0" err="1">
                <a:solidFill>
                  <a:srgbClr val="000000"/>
                </a:solidFill>
                <a:effectLst/>
                <a:latin typeface="Arial" panose="020B0604020202020204" pitchFamily="34" charset="0"/>
              </a:rPr>
              <a:t>tại</a:t>
            </a:r>
            <a:r>
              <a:rPr lang="en-US" sz="1800" b="1" i="0" u="none" strike="noStrike" dirty="0">
                <a:solidFill>
                  <a:srgbClr val="000000"/>
                </a:solidFill>
                <a:effectLst/>
                <a:latin typeface="Arial" panose="020B0604020202020204" pitchFamily="34" charset="0"/>
              </a:rPr>
              <a:t> k=55 (~0.682)</a:t>
            </a:r>
            <a:r>
              <a:rPr lang="en-US" sz="1800" b="0" i="0" u="none" strike="noStrike" dirty="0">
                <a:solidFill>
                  <a:srgbClr val="000000"/>
                </a:solidFill>
                <a:effectLst/>
                <a:latin typeface="Arial" panose="020B0604020202020204" pitchFamily="34" charset="0"/>
              </a:rPr>
              <a:t>.</a:t>
            </a:r>
            <a:endParaRPr lang="vi-VN" sz="1800" b="0" i="0" u="none" strike="noStrike" dirty="0">
              <a:solidFill>
                <a:srgbClr val="000000"/>
              </a:solidFill>
              <a:effectLst/>
              <a:latin typeface="Arial" panose="020B0604020202020204" pitchFamily="34" charset="0"/>
            </a:endParaRPr>
          </a:p>
          <a:p>
            <a:pPr algn="just" rtl="0" fontAlgn="base">
              <a:buFont typeface="Arial" panose="020B0604020202020204" pitchFamily="34" charset="0"/>
              <a:buChar char="•"/>
            </a:pPr>
            <a:endParaRPr lang="en-US" sz="1800" b="0" i="0" u="none" strike="noStrike" dirty="0">
              <a:solidFill>
                <a:srgbClr val="000000"/>
              </a:solidFill>
              <a:effectLst/>
              <a:latin typeface="Arial" panose="020B0604020202020204" pitchFamily="34" charset="0"/>
            </a:endParaRPr>
          </a:p>
          <a:p>
            <a:pPr algn="just" rtl="0" fontAlgn="base">
              <a:spcAft>
                <a:spcPts val="200"/>
              </a:spcAft>
              <a:buFont typeface="Arial" panose="020B0604020202020204" pitchFamily="34" charset="0"/>
              <a:buChar char="•"/>
            </a:pPr>
            <a:r>
              <a:rPr lang="en-US" sz="1800" b="0" i="0" u="none" strike="noStrike" dirty="0">
                <a:solidFill>
                  <a:srgbClr val="000000"/>
                </a:solidFill>
                <a:effectLst/>
                <a:latin typeface="Arial" panose="020B0604020202020204" pitchFamily="34" charset="0"/>
              </a:rPr>
              <a:t>Khi </a:t>
            </a:r>
            <a:r>
              <a:rPr lang="en-US" sz="1800" b="0" i="0" u="none" strike="noStrike" dirty="0">
                <a:solidFill>
                  <a:srgbClr val="000000"/>
                </a:solidFill>
                <a:effectLst/>
                <a:latin typeface="Roboto Mono" panose="00000009000000000000" pitchFamily="49" charset="0"/>
              </a:rPr>
              <a:t>k</a:t>
            </a:r>
            <a:r>
              <a:rPr lang="en-US" sz="1800" b="0" i="0" u="none" strike="noStrike" dirty="0">
                <a:solidFill>
                  <a:srgbClr val="000000"/>
                </a:solidFill>
                <a:effectLst/>
                <a:latin typeface="Arial" panose="020B0604020202020204" pitchFamily="34" charset="0"/>
              </a:rPr>
              <a:t> </a:t>
            </a:r>
            <a:r>
              <a:rPr lang="en-US" sz="1800" b="0" i="0" u="none" strike="noStrike" dirty="0" err="1">
                <a:solidFill>
                  <a:srgbClr val="000000"/>
                </a:solidFill>
                <a:effectLst/>
                <a:latin typeface="Arial" panose="020B0604020202020204" pitchFamily="34" charset="0"/>
              </a:rPr>
              <a:t>tiếp</a:t>
            </a:r>
            <a:r>
              <a:rPr lang="en-US" sz="1800" b="0" i="0" u="none" strike="noStrike" dirty="0">
                <a:solidFill>
                  <a:srgbClr val="000000"/>
                </a:solidFill>
                <a:effectLst/>
                <a:latin typeface="Arial" panose="020B0604020202020204" pitchFamily="34" charset="0"/>
              </a:rPr>
              <a:t> </a:t>
            </a:r>
            <a:r>
              <a:rPr lang="en-US" sz="1800" b="0" i="0" u="none" strike="noStrike" dirty="0" err="1">
                <a:solidFill>
                  <a:srgbClr val="000000"/>
                </a:solidFill>
                <a:effectLst/>
                <a:latin typeface="Arial" panose="020B0604020202020204" pitchFamily="34" charset="0"/>
              </a:rPr>
              <a:t>tục</a:t>
            </a:r>
            <a:r>
              <a:rPr lang="en-US" sz="1800" b="0" i="0" u="none" strike="noStrike" dirty="0">
                <a:solidFill>
                  <a:srgbClr val="000000"/>
                </a:solidFill>
                <a:effectLst/>
                <a:latin typeface="Arial" panose="020B0604020202020204" pitchFamily="34" charset="0"/>
              </a:rPr>
              <a:t> </a:t>
            </a:r>
            <a:r>
              <a:rPr lang="en-US" sz="1800" b="0" i="0" u="none" strike="noStrike" dirty="0" err="1">
                <a:solidFill>
                  <a:srgbClr val="000000"/>
                </a:solidFill>
                <a:effectLst/>
                <a:latin typeface="Arial" panose="020B0604020202020204" pitchFamily="34" charset="0"/>
              </a:rPr>
              <a:t>tăng</a:t>
            </a:r>
            <a:r>
              <a:rPr lang="en-US" sz="1800" b="0" i="0" u="none" strike="noStrike" dirty="0">
                <a:solidFill>
                  <a:srgbClr val="000000"/>
                </a:solidFill>
                <a:effectLst/>
                <a:latin typeface="Arial" panose="020B0604020202020204" pitchFamily="34" charset="0"/>
              </a:rPr>
              <a:t> </a:t>
            </a:r>
            <a:r>
              <a:rPr lang="en-US" sz="1800" b="0" i="0" u="none" strike="noStrike" dirty="0" err="1">
                <a:solidFill>
                  <a:srgbClr val="000000"/>
                </a:solidFill>
                <a:effectLst/>
                <a:latin typeface="Arial" panose="020B0604020202020204" pitchFamily="34" charset="0"/>
              </a:rPr>
              <a:t>lên</a:t>
            </a:r>
            <a:r>
              <a:rPr lang="en-US" sz="1800" b="0" i="0" u="none" strike="noStrike" dirty="0">
                <a:solidFill>
                  <a:srgbClr val="000000"/>
                </a:solidFill>
                <a:effectLst/>
                <a:latin typeface="Arial" panose="020B0604020202020204" pitchFamily="34" charset="0"/>
              </a:rPr>
              <a:t> 65, 75, 85...115, </a:t>
            </a:r>
            <a:r>
              <a:rPr lang="en-US" sz="1800" b="0" i="0" u="none" strike="noStrike" dirty="0" err="1">
                <a:solidFill>
                  <a:srgbClr val="000000"/>
                </a:solidFill>
                <a:effectLst/>
                <a:latin typeface="Arial" panose="020B0604020202020204" pitchFamily="34" charset="0"/>
              </a:rPr>
              <a:t>độ</a:t>
            </a:r>
            <a:r>
              <a:rPr lang="en-US" sz="1800" b="0" i="0" u="none" strike="noStrike" dirty="0">
                <a:solidFill>
                  <a:srgbClr val="000000"/>
                </a:solidFill>
                <a:effectLst/>
                <a:latin typeface="Arial" panose="020B0604020202020204" pitchFamily="34" charset="0"/>
              </a:rPr>
              <a:t> </a:t>
            </a:r>
            <a:r>
              <a:rPr lang="en-US" sz="1800" b="0" i="0" u="none" strike="noStrike" dirty="0" err="1">
                <a:solidFill>
                  <a:srgbClr val="000000"/>
                </a:solidFill>
                <a:effectLst/>
                <a:latin typeface="Arial" panose="020B0604020202020204" pitchFamily="34" charset="0"/>
              </a:rPr>
              <a:t>chính</a:t>
            </a:r>
            <a:r>
              <a:rPr lang="en-US" sz="1800" b="0" i="0" u="none" strike="noStrike" dirty="0">
                <a:solidFill>
                  <a:srgbClr val="000000"/>
                </a:solidFill>
                <a:effectLst/>
                <a:latin typeface="Arial" panose="020B0604020202020204" pitchFamily="34" charset="0"/>
              </a:rPr>
              <a:t> </a:t>
            </a:r>
            <a:r>
              <a:rPr lang="en-US" sz="1800" b="0" i="0" u="none" strike="noStrike" dirty="0" err="1">
                <a:solidFill>
                  <a:srgbClr val="000000"/>
                </a:solidFill>
                <a:effectLst/>
                <a:latin typeface="Arial" panose="020B0604020202020204" pitchFamily="34" charset="0"/>
              </a:rPr>
              <a:t>xác</a:t>
            </a:r>
            <a:r>
              <a:rPr lang="en-US" sz="1800" b="0" i="0" u="none" strike="noStrike" dirty="0">
                <a:solidFill>
                  <a:srgbClr val="000000"/>
                </a:solidFill>
                <a:effectLst/>
                <a:latin typeface="Arial" panose="020B0604020202020204" pitchFamily="34" charset="0"/>
              </a:rPr>
              <a:t> </a:t>
            </a:r>
            <a:r>
              <a:rPr lang="en-US" sz="1800" b="0" i="0" u="none" strike="noStrike" dirty="0" err="1">
                <a:solidFill>
                  <a:srgbClr val="000000"/>
                </a:solidFill>
                <a:effectLst/>
                <a:latin typeface="Arial" panose="020B0604020202020204" pitchFamily="34" charset="0"/>
              </a:rPr>
              <a:t>giảm</a:t>
            </a:r>
            <a:r>
              <a:rPr lang="en-US" sz="1800" b="0" i="0" u="none" strike="noStrike" dirty="0">
                <a:solidFill>
                  <a:srgbClr val="000000"/>
                </a:solidFill>
                <a:effectLst/>
                <a:latin typeface="Arial" panose="020B0604020202020204" pitchFamily="34" charset="0"/>
              </a:rPr>
              <a:t> </a:t>
            </a:r>
            <a:r>
              <a:rPr lang="en-US" sz="1800" b="0" i="0" u="none" strike="noStrike" dirty="0" err="1">
                <a:solidFill>
                  <a:srgbClr val="000000"/>
                </a:solidFill>
                <a:effectLst/>
                <a:latin typeface="Arial" panose="020B0604020202020204" pitchFamily="34" charset="0"/>
              </a:rPr>
              <a:t>dần</a:t>
            </a:r>
            <a:r>
              <a:rPr lang="en-US" sz="1800" b="0" i="0" u="none" strike="noStrike" dirty="0">
                <a:solidFill>
                  <a:srgbClr val="000000"/>
                </a:solidFill>
                <a:effectLst/>
                <a:latin typeface="Arial" panose="020B0604020202020204" pitchFamily="34" charset="0"/>
              </a:rPr>
              <a:t>.</a:t>
            </a:r>
          </a:p>
        </p:txBody>
      </p:sp>
    </p:spTree>
    <p:extLst>
      <p:ext uri="{BB962C8B-B14F-4D97-AF65-F5344CB8AC3E}">
        <p14:creationId xmlns:p14="http://schemas.microsoft.com/office/powerpoint/2010/main" val="14459447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709FA9-9090-7ABE-EC22-1AB39D279E7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BA9F634E-5AB4-63BA-25B5-A82C32B86B39}"/>
              </a:ext>
            </a:extLst>
          </p:cNvPr>
          <p:cNvSpPr txBox="1"/>
          <p:nvPr/>
        </p:nvSpPr>
        <p:spPr>
          <a:xfrm>
            <a:off x="294968" y="110301"/>
            <a:ext cx="6096000" cy="461665"/>
          </a:xfrm>
          <a:prstGeom prst="rect">
            <a:avLst/>
          </a:prstGeom>
          <a:noFill/>
        </p:spPr>
        <p:txBody>
          <a:bodyPr wrap="square">
            <a:spAutoFit/>
          </a:bodyPr>
          <a:lstStyle/>
          <a:p>
            <a:r>
              <a:rPr lang="en-US" sz="2400" b="1" i="0" u="none" strike="noStrike" dirty="0" err="1">
                <a:solidFill>
                  <a:schemeClr val="bg1"/>
                </a:solidFill>
                <a:effectLst/>
                <a:latin typeface="Arial" panose="020B0604020202020204" pitchFamily="34" charset="0"/>
              </a:rPr>
              <a:t>Đánh</a:t>
            </a:r>
            <a:r>
              <a:rPr lang="en-US" sz="2400" b="1" i="0" u="none" strike="noStrike" dirty="0">
                <a:solidFill>
                  <a:schemeClr val="bg1"/>
                </a:solidFill>
                <a:effectLst/>
                <a:latin typeface="Arial" panose="020B0604020202020204" pitchFamily="34" charset="0"/>
              </a:rPr>
              <a:t> </a:t>
            </a:r>
            <a:r>
              <a:rPr lang="en-US" sz="2400" b="1" i="0" u="none" strike="noStrike" dirty="0" err="1">
                <a:solidFill>
                  <a:schemeClr val="bg1"/>
                </a:solidFill>
                <a:effectLst/>
                <a:latin typeface="Arial" panose="020B0604020202020204" pitchFamily="34" charset="0"/>
              </a:rPr>
              <a:t>giá</a:t>
            </a:r>
            <a:r>
              <a:rPr lang="en-US" sz="2400" b="1" i="0" u="none" strike="noStrike" dirty="0">
                <a:solidFill>
                  <a:schemeClr val="bg1"/>
                </a:solidFill>
                <a:effectLst/>
                <a:latin typeface="Arial" panose="020B0604020202020204" pitchFamily="34" charset="0"/>
              </a:rPr>
              <a:t> </a:t>
            </a:r>
            <a:r>
              <a:rPr lang="en-US" sz="2400" b="1" i="0" u="none" strike="noStrike" dirty="0" err="1">
                <a:solidFill>
                  <a:schemeClr val="bg1"/>
                </a:solidFill>
                <a:effectLst/>
                <a:latin typeface="Arial" panose="020B0604020202020204" pitchFamily="34" charset="0"/>
              </a:rPr>
              <a:t>mô</a:t>
            </a:r>
            <a:r>
              <a:rPr lang="en-US" sz="2400" b="1" i="0" u="none" strike="noStrike" dirty="0">
                <a:solidFill>
                  <a:schemeClr val="bg1"/>
                </a:solidFill>
                <a:effectLst/>
                <a:latin typeface="Arial" panose="020B0604020202020204" pitchFamily="34" charset="0"/>
              </a:rPr>
              <a:t> </a:t>
            </a:r>
            <a:r>
              <a:rPr lang="en-US" sz="2400" b="1" i="0" u="none" strike="noStrike" dirty="0" err="1">
                <a:solidFill>
                  <a:schemeClr val="bg1"/>
                </a:solidFill>
                <a:effectLst/>
                <a:latin typeface="Arial" panose="020B0604020202020204" pitchFamily="34" charset="0"/>
              </a:rPr>
              <a:t>hình</a:t>
            </a:r>
            <a:endParaRPr lang="en-US" sz="2400" dirty="0">
              <a:solidFill>
                <a:schemeClr val="bg1"/>
              </a:solidFill>
            </a:endParaRPr>
          </a:p>
        </p:txBody>
      </p:sp>
      <p:pic>
        <p:nvPicPr>
          <p:cNvPr id="6146" name="Picture 2">
            <a:extLst>
              <a:ext uri="{FF2B5EF4-FFF2-40B4-BE49-F238E27FC236}">
                <a16:creationId xmlns:a16="http://schemas.microsoft.com/office/drawing/2014/main" id="{6665548A-F81D-0126-6746-B366A0A8122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7016" y="1082121"/>
            <a:ext cx="3878274" cy="3257243"/>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FBE6D062-1FBF-F6B2-BA0D-47CF52813A66}"/>
              </a:ext>
            </a:extLst>
          </p:cNvPr>
          <p:cNvSpPr txBox="1"/>
          <p:nvPr/>
        </p:nvSpPr>
        <p:spPr>
          <a:xfrm>
            <a:off x="347819" y="4470480"/>
            <a:ext cx="6096000" cy="338554"/>
          </a:xfrm>
          <a:prstGeom prst="rect">
            <a:avLst/>
          </a:prstGeom>
          <a:noFill/>
        </p:spPr>
        <p:txBody>
          <a:bodyPr wrap="square">
            <a:spAutoFit/>
          </a:bodyPr>
          <a:lstStyle/>
          <a:p>
            <a:r>
              <a:rPr lang="vi-VN" sz="1600" dirty="0">
                <a:solidFill>
                  <a:srgbClr val="000000"/>
                </a:solidFill>
                <a:effectLst/>
                <a:latin typeface="Arial" panose="020B0604020202020204" pitchFamily="34" charset="0"/>
              </a:rPr>
              <a:t>Ma trận nhầm lẫn trong hình được tổ chức như sau:</a:t>
            </a:r>
            <a:endParaRPr lang="en-US" sz="1600" dirty="0"/>
          </a:p>
        </p:txBody>
      </p:sp>
      <p:graphicFrame>
        <p:nvGraphicFramePr>
          <p:cNvPr id="9" name="Table 8">
            <a:extLst>
              <a:ext uri="{FF2B5EF4-FFF2-40B4-BE49-F238E27FC236}">
                <a16:creationId xmlns:a16="http://schemas.microsoft.com/office/drawing/2014/main" id="{C41E160D-0791-B2C6-6EE2-F9C6367C0DD1}"/>
              </a:ext>
            </a:extLst>
          </p:cNvPr>
          <p:cNvGraphicFramePr>
            <a:graphicFrameLocks noGrp="1"/>
          </p:cNvGraphicFramePr>
          <p:nvPr>
            <p:extLst>
              <p:ext uri="{D42A27DB-BD31-4B8C-83A1-F6EECF244321}">
                <p14:modId xmlns:p14="http://schemas.microsoft.com/office/powerpoint/2010/main" val="3009429738"/>
              </p:ext>
            </p:extLst>
          </p:nvPr>
        </p:nvGraphicFramePr>
        <p:xfrm>
          <a:off x="347819" y="4907638"/>
          <a:ext cx="5143091" cy="1072633"/>
        </p:xfrm>
        <a:graphic>
          <a:graphicData uri="http://schemas.openxmlformats.org/drawingml/2006/table">
            <a:tbl>
              <a:tblPr firstRow="1" bandRow="1">
                <a:tableStyleId>{5C22544A-7EE6-4342-B048-85BDC9FD1C3A}</a:tableStyleId>
              </a:tblPr>
              <a:tblGrid>
                <a:gridCol w="1593646">
                  <a:extLst>
                    <a:ext uri="{9D8B030D-6E8A-4147-A177-3AD203B41FA5}">
                      <a16:colId xmlns:a16="http://schemas.microsoft.com/office/drawing/2014/main" val="2648452078"/>
                    </a:ext>
                  </a:extLst>
                </a:gridCol>
                <a:gridCol w="1917290">
                  <a:extLst>
                    <a:ext uri="{9D8B030D-6E8A-4147-A177-3AD203B41FA5}">
                      <a16:colId xmlns:a16="http://schemas.microsoft.com/office/drawing/2014/main" val="19440761"/>
                    </a:ext>
                  </a:extLst>
                </a:gridCol>
                <a:gridCol w="1632155">
                  <a:extLst>
                    <a:ext uri="{9D8B030D-6E8A-4147-A177-3AD203B41FA5}">
                      <a16:colId xmlns:a16="http://schemas.microsoft.com/office/drawing/2014/main" val="4133881992"/>
                    </a:ext>
                  </a:extLst>
                </a:gridCol>
              </a:tblGrid>
              <a:tr h="402073">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b="0" kern="1200" dirty="0">
                          <a:solidFill>
                            <a:schemeClr val="tx1"/>
                          </a:solidFill>
                          <a:effectLst/>
                          <a:latin typeface="+mn-lt"/>
                          <a:ea typeface="+mn-ea"/>
                          <a:cs typeface="+mn-cs"/>
                        </a:rPr>
                        <a:t>Predicted: No Rain</a:t>
                      </a:r>
                      <a:endParaRPr 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b="0" kern="1200" dirty="0">
                          <a:solidFill>
                            <a:schemeClr val="tx1"/>
                          </a:solidFill>
                          <a:effectLst/>
                          <a:latin typeface="+mn-lt"/>
                          <a:ea typeface="+mn-ea"/>
                          <a:cs typeface="+mn-cs"/>
                        </a:rPr>
                        <a:t>Predicted: Rain</a:t>
                      </a:r>
                      <a:endParaRPr 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17403400"/>
                  </a:ext>
                </a:extLst>
              </a:tr>
              <a:tr h="229756">
                <a:tc>
                  <a:txBody>
                    <a:bodyPr/>
                    <a:lstStyle/>
                    <a:p>
                      <a:r>
                        <a:rPr lang="en-US" sz="1600" kern="1200" dirty="0">
                          <a:solidFill>
                            <a:schemeClr val="dk1"/>
                          </a:solidFill>
                          <a:effectLst/>
                          <a:latin typeface="+mn-lt"/>
                          <a:ea typeface="+mn-ea"/>
                          <a:cs typeface="+mn-cs"/>
                        </a:rPr>
                        <a:t>Actual: No Rain</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kern="1200" dirty="0">
                          <a:solidFill>
                            <a:schemeClr val="dk1"/>
                          </a:solidFill>
                          <a:effectLst/>
                          <a:latin typeface="+mn-lt"/>
                          <a:ea typeface="+mn-ea"/>
                          <a:cs typeface="+mn-cs"/>
                        </a:rPr>
                        <a:t>878 (TN)</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kern="1200" dirty="0">
                          <a:solidFill>
                            <a:schemeClr val="dk1"/>
                          </a:solidFill>
                          <a:effectLst/>
                          <a:latin typeface="+mn-lt"/>
                          <a:ea typeface="+mn-ea"/>
                          <a:cs typeface="+mn-cs"/>
                        </a:rPr>
                        <a:t>466 (FP)</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8527521"/>
                  </a:ext>
                </a:extLst>
              </a:tr>
              <a:tr h="229756">
                <a:tc>
                  <a:txBody>
                    <a:bodyPr/>
                    <a:lstStyle/>
                    <a:p>
                      <a:r>
                        <a:rPr lang="en-US" sz="1600" kern="1200" dirty="0">
                          <a:solidFill>
                            <a:schemeClr val="dk1"/>
                          </a:solidFill>
                          <a:effectLst/>
                          <a:latin typeface="+mn-lt"/>
                          <a:ea typeface="+mn-ea"/>
                          <a:cs typeface="+mn-cs"/>
                        </a:rPr>
                        <a:t>Actual: Rain</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kern="1200" dirty="0">
                          <a:solidFill>
                            <a:schemeClr val="dk1"/>
                          </a:solidFill>
                          <a:effectLst/>
                          <a:latin typeface="+mn-lt"/>
                          <a:ea typeface="+mn-ea"/>
                          <a:cs typeface="+mn-cs"/>
                        </a:rPr>
                        <a:t>330 (FN)</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kern="1200" dirty="0">
                          <a:solidFill>
                            <a:schemeClr val="dk1"/>
                          </a:solidFill>
                          <a:effectLst/>
                          <a:latin typeface="+mn-lt"/>
                          <a:ea typeface="+mn-ea"/>
                          <a:cs typeface="+mn-cs"/>
                        </a:rPr>
                        <a:t>810 (TP)</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65424832"/>
                  </a:ext>
                </a:extLst>
              </a:tr>
            </a:tbl>
          </a:graphicData>
        </a:graphic>
      </p:graphicFrame>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75F49352-6982-5168-148A-59AA94E848DB}"/>
                  </a:ext>
                </a:extLst>
              </p:cNvPr>
              <p:cNvSpPr txBox="1"/>
              <p:nvPr/>
            </p:nvSpPr>
            <p:spPr>
              <a:xfrm>
                <a:off x="6390968" y="1926206"/>
                <a:ext cx="3720570" cy="434158"/>
              </a:xfrm>
              <a:prstGeom prst="rect">
                <a:avLst/>
              </a:prstGeom>
              <a:noFill/>
            </p:spPr>
            <p:txBody>
              <a:bodyPr wrap="none" lIns="0" tIns="0" rIns="0" bIns="0" rtlCol="0">
                <a:spAutoFit/>
              </a:bodyPr>
              <a:lstStyle/>
              <a:p>
                <a14:m>
                  <m:oMath xmlns:m="http://schemas.openxmlformats.org/officeDocument/2006/math">
                    <m:r>
                      <m:rPr>
                        <m:sty m:val="p"/>
                      </m:rPr>
                      <a:rPr lang="vi-VN" i="1" smtClean="0">
                        <a:latin typeface="Cambria Math" panose="02040503050406030204" pitchFamily="18" charset="0"/>
                      </a:rPr>
                      <m:t>Accuracy</m:t>
                    </m:r>
                    <m:r>
                      <a:rPr lang="pt-BR" i="1" smtClean="0">
                        <a:latin typeface="Cambria Math" panose="02040503050406030204" pitchFamily="18" charset="0"/>
                      </a:rPr>
                      <m:t>=</m:t>
                    </m:r>
                    <m:f>
                      <m:fPr>
                        <m:ctrlPr>
                          <a:rPr lang="pt-BR" i="1" smtClean="0">
                            <a:latin typeface="Cambria Math" panose="02040503050406030204" pitchFamily="18" charset="0"/>
                          </a:rPr>
                        </m:ctrlPr>
                      </m:fPr>
                      <m:num>
                        <m:r>
                          <m:rPr>
                            <m:sty m:val="p"/>
                          </m:rPr>
                          <a:rPr lang="vi-VN" i="1">
                            <a:latin typeface="Cambria Math" panose="02040503050406030204" pitchFamily="18" charset="0"/>
                          </a:rPr>
                          <m:t>TP</m:t>
                        </m:r>
                        <m:r>
                          <a:rPr lang="vi-VN" b="0" i="1" smtClean="0">
                            <a:latin typeface="Cambria Math" panose="02040503050406030204" pitchFamily="18" charset="0"/>
                          </a:rPr>
                          <m:t>+ </m:t>
                        </m:r>
                        <m:r>
                          <m:rPr>
                            <m:sty m:val="p"/>
                          </m:rPr>
                          <a:rPr lang="vi-VN" i="1">
                            <a:latin typeface="Cambria Math" panose="02040503050406030204" pitchFamily="18" charset="0"/>
                          </a:rPr>
                          <m:t>TN</m:t>
                        </m:r>
                      </m:num>
                      <m:den>
                        <m:r>
                          <m:rPr>
                            <m:sty m:val="p"/>
                          </m:rPr>
                          <a:rPr lang="vi-VN" i="1">
                            <a:latin typeface="Cambria Math" panose="02040503050406030204" pitchFamily="18" charset="0"/>
                          </a:rPr>
                          <m:t>T</m:t>
                        </m:r>
                        <m:r>
                          <a:rPr lang="vi-VN" i="1">
                            <a:latin typeface="Cambria Math" panose="02040503050406030204" pitchFamily="18" charset="0"/>
                          </a:rPr>
                          <m:t>ổ</m:t>
                        </m:r>
                        <m:r>
                          <m:rPr>
                            <m:sty m:val="p"/>
                          </m:rPr>
                          <a:rPr lang="vi-VN" i="1">
                            <a:latin typeface="Cambria Math" panose="02040503050406030204" pitchFamily="18" charset="0"/>
                          </a:rPr>
                          <m:t>ng</m:t>
                        </m:r>
                        <m:r>
                          <a:rPr lang="vi-VN" b="0" i="1" smtClean="0">
                            <a:latin typeface="Cambria Math" panose="02040503050406030204" pitchFamily="18" charset="0"/>
                          </a:rPr>
                          <m:t> </m:t>
                        </m:r>
                        <m:r>
                          <m:rPr>
                            <m:sty m:val="p"/>
                          </m:rPr>
                          <a:rPr lang="vi-VN" i="1">
                            <a:latin typeface="Cambria Math" panose="02040503050406030204" pitchFamily="18" charset="0"/>
                          </a:rPr>
                          <m:t>s</m:t>
                        </m:r>
                        <m:r>
                          <a:rPr lang="vi-VN" i="1">
                            <a:latin typeface="Cambria Math" panose="02040503050406030204" pitchFamily="18" charset="0"/>
                          </a:rPr>
                          <m:t>ố </m:t>
                        </m:r>
                        <m:r>
                          <m:rPr>
                            <m:sty m:val="p"/>
                          </m:rPr>
                          <a:rPr lang="vi-VN" i="1">
                            <a:latin typeface="Cambria Math" panose="02040503050406030204" pitchFamily="18" charset="0"/>
                          </a:rPr>
                          <m:t>m</m:t>
                        </m:r>
                        <m:r>
                          <a:rPr lang="vi-VN" i="1">
                            <a:latin typeface="Cambria Math" panose="02040503050406030204" pitchFamily="18" charset="0"/>
                          </a:rPr>
                          <m:t>ẫ</m:t>
                        </m:r>
                        <m:r>
                          <m:rPr>
                            <m:sty m:val="p"/>
                          </m:rPr>
                          <a:rPr lang="vi-VN" i="1">
                            <a:latin typeface="Cambria Math" panose="02040503050406030204" pitchFamily="18" charset="0"/>
                          </a:rPr>
                          <m:t>u</m:t>
                        </m:r>
                      </m:den>
                    </m:f>
                    <m:r>
                      <a:rPr lang="vi-VN" b="0" i="1" smtClean="0">
                        <a:latin typeface="Cambria Math" panose="02040503050406030204" pitchFamily="18" charset="0"/>
                      </a:rPr>
                      <m:t> </m:t>
                    </m:r>
                    <m:r>
                      <a:rPr lang="vi-VN" b="0" i="1" smtClean="0">
                        <a:latin typeface="Cambria Math" panose="02040503050406030204" pitchFamily="18" charset="0"/>
                        <a:ea typeface="Cambria Math" panose="02040503050406030204" pitchFamily="18" charset="0"/>
                      </a:rPr>
                      <m:t>≈ </m:t>
                    </m:r>
                    <m:r>
                      <a:rPr lang="vi-VN" i="1">
                        <a:latin typeface="Cambria Math" panose="02040503050406030204" pitchFamily="18" charset="0"/>
                        <a:ea typeface="Cambria Math" panose="02040503050406030204" pitchFamily="18" charset="0"/>
                      </a:rPr>
                      <m:t>0</m:t>
                    </m:r>
                    <m:r>
                      <a:rPr lang="vi-VN" b="0" i="1" smtClean="0">
                        <a:latin typeface="Cambria Math" panose="02040503050406030204" pitchFamily="18" charset="0"/>
                        <a:ea typeface="Cambria Math" panose="02040503050406030204" pitchFamily="18" charset="0"/>
                      </a:rPr>
                      <m:t>.</m:t>
                    </m:r>
                    <m:r>
                      <a:rPr lang="vi-VN" i="1">
                        <a:latin typeface="Cambria Math" panose="02040503050406030204" pitchFamily="18" charset="0"/>
                        <a:ea typeface="Cambria Math" panose="02040503050406030204" pitchFamily="18" charset="0"/>
                      </a:rPr>
                      <m:t>68</m:t>
                    </m:r>
                  </m:oMath>
                </a14:m>
                <a:r>
                  <a:rPr lang="vi-VN" dirty="0"/>
                  <a:t> (68</a:t>
                </a:r>
                <a14:m>
                  <m:oMath xmlns:m="http://schemas.openxmlformats.org/officeDocument/2006/math">
                    <m:r>
                      <a:rPr lang="vi-VN" i="1" smtClean="0">
                        <a:latin typeface="Cambria Math" panose="02040503050406030204" pitchFamily="18" charset="0"/>
                        <a:ea typeface="Cambria Math" panose="02040503050406030204" pitchFamily="18" charset="0"/>
                      </a:rPr>
                      <m:t>%</m:t>
                    </m:r>
                    <m:r>
                      <a:rPr lang="vi-VN" b="0" i="1" smtClean="0">
                        <a:latin typeface="Cambria Math" panose="02040503050406030204" pitchFamily="18" charset="0"/>
                        <a:ea typeface="Cambria Math" panose="02040503050406030204" pitchFamily="18" charset="0"/>
                      </a:rPr>
                      <m:t>)</m:t>
                    </m:r>
                  </m:oMath>
                </a14:m>
                <a:endParaRPr lang="en-US" dirty="0"/>
              </a:p>
            </p:txBody>
          </p:sp>
        </mc:Choice>
        <mc:Fallback xmlns="">
          <p:sp>
            <p:nvSpPr>
              <p:cNvPr id="12" name="TextBox 11">
                <a:extLst>
                  <a:ext uri="{FF2B5EF4-FFF2-40B4-BE49-F238E27FC236}">
                    <a16:creationId xmlns:a16="http://schemas.microsoft.com/office/drawing/2014/main" id="{75F49352-6982-5168-148A-59AA94E848DB}"/>
                  </a:ext>
                </a:extLst>
              </p:cNvPr>
              <p:cNvSpPr txBox="1">
                <a:spLocks noRot="1" noChangeAspect="1" noMove="1" noResize="1" noEditPoints="1" noAdjustHandles="1" noChangeArrowheads="1" noChangeShapeType="1" noTextEdit="1"/>
              </p:cNvSpPr>
              <p:nvPr/>
            </p:nvSpPr>
            <p:spPr>
              <a:xfrm>
                <a:off x="6390968" y="1926206"/>
                <a:ext cx="3720570" cy="434158"/>
              </a:xfrm>
              <a:prstGeom prst="rect">
                <a:avLst/>
              </a:prstGeom>
              <a:blipFill>
                <a:blip r:embed="rId3"/>
                <a:stretch>
                  <a:fillRect l="-2782" t="-4225" r="-2128" b="-19718"/>
                </a:stretch>
              </a:blipFill>
            </p:spPr>
            <p:txBody>
              <a:bodyPr/>
              <a:lstStyle/>
              <a:p>
                <a:r>
                  <a:rPr lang="en-US">
                    <a:noFill/>
                  </a:rPr>
                  <a:t> </a:t>
                </a:r>
              </a:p>
            </p:txBody>
          </p:sp>
        </mc:Fallback>
      </mc:AlternateContent>
      <p:sp>
        <p:nvSpPr>
          <p:cNvPr id="13" name="TextBox 12">
            <a:extLst>
              <a:ext uri="{FF2B5EF4-FFF2-40B4-BE49-F238E27FC236}">
                <a16:creationId xmlns:a16="http://schemas.microsoft.com/office/drawing/2014/main" id="{24098090-3174-49AA-816D-64890720444E}"/>
              </a:ext>
            </a:extLst>
          </p:cNvPr>
          <p:cNvSpPr txBox="1"/>
          <p:nvPr/>
        </p:nvSpPr>
        <p:spPr>
          <a:xfrm>
            <a:off x="6096000" y="1487487"/>
            <a:ext cx="4021394" cy="369332"/>
          </a:xfrm>
          <a:prstGeom prst="rect">
            <a:avLst/>
          </a:prstGeom>
          <a:noFill/>
        </p:spPr>
        <p:txBody>
          <a:bodyPr wrap="square" rtlCol="0">
            <a:spAutoFit/>
          </a:bodyPr>
          <a:lstStyle/>
          <a:p>
            <a:r>
              <a:rPr lang="vi-VN" dirty="0"/>
              <a:t>- Độ chính xác của mô hình</a:t>
            </a:r>
            <a:endParaRPr lang="en-US" dirty="0"/>
          </a:p>
        </p:txBody>
      </p:sp>
      <p:sp>
        <p:nvSpPr>
          <p:cNvPr id="14" name="TextBox 13">
            <a:extLst>
              <a:ext uri="{FF2B5EF4-FFF2-40B4-BE49-F238E27FC236}">
                <a16:creationId xmlns:a16="http://schemas.microsoft.com/office/drawing/2014/main" id="{E01E87AF-AC60-EE04-16B7-A493BD11408E}"/>
              </a:ext>
            </a:extLst>
          </p:cNvPr>
          <p:cNvSpPr txBox="1"/>
          <p:nvPr/>
        </p:nvSpPr>
        <p:spPr>
          <a:xfrm>
            <a:off x="6085491" y="2710743"/>
            <a:ext cx="5536238" cy="646331"/>
          </a:xfrm>
          <a:prstGeom prst="rect">
            <a:avLst/>
          </a:prstGeom>
          <a:noFill/>
        </p:spPr>
        <p:txBody>
          <a:bodyPr wrap="square" rtlCol="0">
            <a:spAutoFit/>
          </a:bodyPr>
          <a:lstStyle/>
          <a:p>
            <a:r>
              <a:rPr lang="vi-VN" dirty="0"/>
              <a:t>- Độ chính xác trong lớp “Rain”: Tỷ lệ dự đoán “Rain” đúng trên tổng số dự đoán “Rain” </a:t>
            </a:r>
            <a:endParaRPr lang="en-US" dirty="0"/>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F7854C87-F3F9-0769-1C99-321FC59D1AD4}"/>
                  </a:ext>
                </a:extLst>
              </p:cNvPr>
              <p:cNvSpPr txBox="1"/>
              <p:nvPr/>
            </p:nvSpPr>
            <p:spPr>
              <a:xfrm>
                <a:off x="6390968" y="3429000"/>
                <a:ext cx="3690113" cy="398892"/>
              </a:xfrm>
              <a:prstGeom prst="rect">
                <a:avLst/>
              </a:prstGeom>
              <a:noFill/>
            </p:spPr>
            <p:txBody>
              <a:bodyPr wrap="none" lIns="0" tIns="0" rIns="0" bIns="0" rtlCol="0">
                <a:spAutoFit/>
              </a:bodyPr>
              <a:lstStyle/>
              <a:p>
                <a14:m>
                  <m:oMath xmlns:m="http://schemas.openxmlformats.org/officeDocument/2006/math">
                    <m:r>
                      <m:rPr>
                        <m:sty m:val="p"/>
                      </m:rPr>
                      <a:rPr lang="vi-VN" i="1" smtClean="0">
                        <a:latin typeface="Cambria Math" panose="02040503050406030204" pitchFamily="18" charset="0"/>
                      </a:rPr>
                      <m:t>Precision</m:t>
                    </m:r>
                    <m:r>
                      <a:rPr lang="pt-BR" i="1" smtClean="0">
                        <a:latin typeface="Cambria Math" panose="02040503050406030204" pitchFamily="18" charset="0"/>
                      </a:rPr>
                      <m:t>=</m:t>
                    </m:r>
                    <m:f>
                      <m:fPr>
                        <m:ctrlPr>
                          <a:rPr lang="pt-BR" i="1" smtClean="0">
                            <a:latin typeface="Cambria Math" panose="02040503050406030204" pitchFamily="18" charset="0"/>
                          </a:rPr>
                        </m:ctrlPr>
                      </m:fPr>
                      <m:num>
                        <m:r>
                          <m:rPr>
                            <m:sty m:val="p"/>
                          </m:rPr>
                          <a:rPr lang="vi-VN" i="1">
                            <a:latin typeface="Cambria Math" panose="02040503050406030204" pitchFamily="18" charset="0"/>
                          </a:rPr>
                          <m:t>TP</m:t>
                        </m:r>
                      </m:num>
                      <m:den>
                        <m:r>
                          <m:rPr>
                            <m:sty m:val="p"/>
                          </m:rPr>
                          <a:rPr lang="vi-VN" i="1">
                            <a:latin typeface="Cambria Math" panose="02040503050406030204" pitchFamily="18" charset="0"/>
                          </a:rPr>
                          <m:t>TP</m:t>
                        </m:r>
                        <m:r>
                          <a:rPr lang="vi-VN" b="0" i="1" smtClean="0">
                            <a:latin typeface="Cambria Math" panose="02040503050406030204" pitchFamily="18" charset="0"/>
                          </a:rPr>
                          <m:t>+ </m:t>
                        </m:r>
                        <m:r>
                          <m:rPr>
                            <m:sty m:val="p"/>
                          </m:rPr>
                          <a:rPr lang="vi-VN" i="1">
                            <a:latin typeface="Cambria Math" panose="02040503050406030204" pitchFamily="18" charset="0"/>
                          </a:rPr>
                          <m:t>FP</m:t>
                        </m:r>
                      </m:den>
                    </m:f>
                    <m:r>
                      <a:rPr lang="vi-VN" b="0" i="1" smtClean="0">
                        <a:latin typeface="Cambria Math" panose="02040503050406030204" pitchFamily="18" charset="0"/>
                      </a:rPr>
                      <m:t> </m:t>
                    </m:r>
                    <m:r>
                      <a:rPr lang="vi-VN" b="0" i="1" smtClean="0">
                        <a:latin typeface="Cambria Math" panose="02040503050406030204" pitchFamily="18" charset="0"/>
                        <a:ea typeface="Cambria Math" panose="02040503050406030204" pitchFamily="18" charset="0"/>
                      </a:rPr>
                      <m:t>≈ </m:t>
                    </m:r>
                    <m:r>
                      <a:rPr lang="vi-VN" i="1">
                        <a:latin typeface="Cambria Math" panose="02040503050406030204" pitchFamily="18" charset="0"/>
                        <a:ea typeface="Cambria Math" panose="02040503050406030204" pitchFamily="18" charset="0"/>
                      </a:rPr>
                      <m:t>0</m:t>
                    </m:r>
                    <m:r>
                      <a:rPr lang="vi-VN" b="0" i="1" smtClean="0">
                        <a:latin typeface="Cambria Math" panose="02040503050406030204" pitchFamily="18" charset="0"/>
                        <a:ea typeface="Cambria Math" panose="02040503050406030204" pitchFamily="18" charset="0"/>
                      </a:rPr>
                      <m:t>.</m:t>
                    </m:r>
                    <m:r>
                      <a:rPr lang="vi-VN" i="1">
                        <a:latin typeface="Cambria Math" panose="02040503050406030204" pitchFamily="18" charset="0"/>
                        <a:ea typeface="Cambria Math" panose="02040503050406030204" pitchFamily="18" charset="0"/>
                      </a:rPr>
                      <m:t>635</m:t>
                    </m:r>
                  </m:oMath>
                </a14:m>
                <a:r>
                  <a:rPr lang="vi-VN" dirty="0"/>
                  <a:t> (63</a:t>
                </a:r>
                <a14:m>
                  <m:oMath xmlns:m="http://schemas.openxmlformats.org/officeDocument/2006/math">
                    <m:r>
                      <a:rPr lang="vi-VN" b="0" i="0" smtClean="0">
                        <a:latin typeface="Cambria Math" panose="02040503050406030204" pitchFamily="18" charset="0"/>
                        <a:ea typeface="Cambria Math" panose="02040503050406030204" pitchFamily="18" charset="0"/>
                      </a:rPr>
                      <m:t>.</m:t>
                    </m:r>
                    <m:r>
                      <a:rPr lang="vi-VN" i="1">
                        <a:latin typeface="Cambria Math" panose="02040503050406030204" pitchFamily="18" charset="0"/>
                        <a:ea typeface="Cambria Math" panose="02040503050406030204" pitchFamily="18" charset="0"/>
                      </a:rPr>
                      <m:t>5</m:t>
                    </m:r>
                    <m:r>
                      <a:rPr lang="vi-VN" b="0" i="1" smtClean="0">
                        <a:latin typeface="Cambria Math" panose="02040503050406030204" pitchFamily="18" charset="0"/>
                        <a:ea typeface="Cambria Math" panose="02040503050406030204" pitchFamily="18" charset="0"/>
                      </a:rPr>
                      <m:t> %)</m:t>
                    </m:r>
                  </m:oMath>
                </a14:m>
                <a:endParaRPr lang="en-US" dirty="0"/>
              </a:p>
            </p:txBody>
          </p:sp>
        </mc:Choice>
        <mc:Fallback xmlns="">
          <p:sp>
            <p:nvSpPr>
              <p:cNvPr id="15" name="TextBox 14">
                <a:extLst>
                  <a:ext uri="{FF2B5EF4-FFF2-40B4-BE49-F238E27FC236}">
                    <a16:creationId xmlns:a16="http://schemas.microsoft.com/office/drawing/2014/main" id="{F7854C87-F3F9-0769-1C99-321FC59D1AD4}"/>
                  </a:ext>
                </a:extLst>
              </p:cNvPr>
              <p:cNvSpPr txBox="1">
                <a:spLocks noRot="1" noChangeAspect="1" noMove="1" noResize="1" noEditPoints="1" noAdjustHandles="1" noChangeArrowheads="1" noChangeShapeType="1" noTextEdit="1"/>
              </p:cNvSpPr>
              <p:nvPr/>
            </p:nvSpPr>
            <p:spPr>
              <a:xfrm>
                <a:off x="6390968" y="3429000"/>
                <a:ext cx="3690113" cy="398892"/>
              </a:xfrm>
              <a:prstGeom prst="rect">
                <a:avLst/>
              </a:prstGeom>
              <a:blipFill>
                <a:blip r:embed="rId4"/>
                <a:stretch>
                  <a:fillRect l="-2145" t="-4615" r="-1980" b="-20000"/>
                </a:stretch>
              </a:blipFill>
            </p:spPr>
            <p:txBody>
              <a:bodyPr/>
              <a:lstStyle/>
              <a:p>
                <a:r>
                  <a:rPr lang="en-US">
                    <a:noFill/>
                  </a:rPr>
                  <a:t> </a:t>
                </a:r>
              </a:p>
            </p:txBody>
          </p:sp>
        </mc:Fallback>
      </mc:AlternateContent>
      <p:sp>
        <p:nvSpPr>
          <p:cNvPr id="17" name="TextBox 16">
            <a:extLst>
              <a:ext uri="{FF2B5EF4-FFF2-40B4-BE49-F238E27FC236}">
                <a16:creationId xmlns:a16="http://schemas.microsoft.com/office/drawing/2014/main" id="{8BD25D72-A5CB-A12B-BF8B-3E9837B973E2}"/>
              </a:ext>
            </a:extLst>
          </p:cNvPr>
          <p:cNvSpPr txBox="1"/>
          <p:nvPr/>
        </p:nvSpPr>
        <p:spPr>
          <a:xfrm>
            <a:off x="6085491" y="4128285"/>
            <a:ext cx="5923384" cy="646331"/>
          </a:xfrm>
          <a:prstGeom prst="rect">
            <a:avLst/>
          </a:prstGeom>
          <a:noFill/>
        </p:spPr>
        <p:txBody>
          <a:bodyPr wrap="square">
            <a:spAutoFit/>
          </a:bodyPr>
          <a:lstStyle/>
          <a:p>
            <a:r>
              <a:rPr lang="vi-VN" dirty="0"/>
              <a:t>- Độ nhạy (TPR- True Positive Rate): Tỷ lệ mô hình đoán đúng “Rain” trên tổng số thực tế “Rain”</a:t>
            </a:r>
            <a:endParaRPr lang="en-US" dirty="0"/>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F03D87CF-21F0-A905-36BB-75B2A5051A6C}"/>
                  </a:ext>
                </a:extLst>
              </p:cNvPr>
              <p:cNvSpPr txBox="1"/>
              <p:nvPr/>
            </p:nvSpPr>
            <p:spPr>
              <a:xfrm>
                <a:off x="6443819" y="4976436"/>
                <a:ext cx="3095399" cy="398892"/>
              </a:xfrm>
              <a:prstGeom prst="rect">
                <a:avLst/>
              </a:prstGeom>
              <a:noFill/>
            </p:spPr>
            <p:txBody>
              <a:bodyPr wrap="none" lIns="0" tIns="0" rIns="0" bIns="0" rtlCol="0">
                <a:spAutoFit/>
              </a:bodyPr>
              <a:lstStyle/>
              <a:p>
                <a14:m>
                  <m:oMath xmlns:m="http://schemas.openxmlformats.org/officeDocument/2006/math">
                    <m:r>
                      <m:rPr>
                        <m:sty m:val="p"/>
                      </m:rPr>
                      <a:rPr lang="vi-VN" i="1">
                        <a:latin typeface="Cambria Math" panose="02040503050406030204" pitchFamily="18" charset="0"/>
                      </a:rPr>
                      <m:t>Recall</m:t>
                    </m:r>
                    <m:r>
                      <a:rPr lang="pt-BR" i="1" smtClean="0">
                        <a:latin typeface="Cambria Math" panose="02040503050406030204" pitchFamily="18" charset="0"/>
                      </a:rPr>
                      <m:t>=</m:t>
                    </m:r>
                    <m:f>
                      <m:fPr>
                        <m:ctrlPr>
                          <a:rPr lang="pt-BR" i="1" smtClean="0">
                            <a:latin typeface="Cambria Math" panose="02040503050406030204" pitchFamily="18" charset="0"/>
                          </a:rPr>
                        </m:ctrlPr>
                      </m:fPr>
                      <m:num>
                        <m:r>
                          <m:rPr>
                            <m:sty m:val="p"/>
                          </m:rPr>
                          <a:rPr lang="vi-VN" i="1">
                            <a:latin typeface="Cambria Math" panose="02040503050406030204" pitchFamily="18" charset="0"/>
                          </a:rPr>
                          <m:t>TP</m:t>
                        </m:r>
                      </m:num>
                      <m:den>
                        <m:r>
                          <m:rPr>
                            <m:sty m:val="p"/>
                          </m:rPr>
                          <a:rPr lang="vi-VN" i="1">
                            <a:latin typeface="Cambria Math" panose="02040503050406030204" pitchFamily="18" charset="0"/>
                          </a:rPr>
                          <m:t>TP</m:t>
                        </m:r>
                        <m:r>
                          <a:rPr lang="vi-VN" b="0" i="1" smtClean="0">
                            <a:latin typeface="Cambria Math" panose="02040503050406030204" pitchFamily="18" charset="0"/>
                          </a:rPr>
                          <m:t>+ </m:t>
                        </m:r>
                        <m:r>
                          <m:rPr>
                            <m:sty m:val="p"/>
                          </m:rPr>
                          <a:rPr lang="vi-VN" i="1">
                            <a:latin typeface="Cambria Math" panose="02040503050406030204" pitchFamily="18" charset="0"/>
                          </a:rPr>
                          <m:t>FN</m:t>
                        </m:r>
                      </m:den>
                    </m:f>
                    <m:r>
                      <a:rPr lang="vi-VN" b="0" i="1" smtClean="0">
                        <a:latin typeface="Cambria Math" panose="02040503050406030204" pitchFamily="18" charset="0"/>
                      </a:rPr>
                      <m:t> </m:t>
                    </m:r>
                    <m:r>
                      <a:rPr lang="vi-VN" b="0" i="1" smtClean="0">
                        <a:latin typeface="Cambria Math" panose="02040503050406030204" pitchFamily="18" charset="0"/>
                        <a:ea typeface="Cambria Math" panose="02040503050406030204" pitchFamily="18" charset="0"/>
                      </a:rPr>
                      <m:t>≈ </m:t>
                    </m:r>
                    <m:r>
                      <a:rPr lang="vi-VN" i="1">
                        <a:latin typeface="Cambria Math" panose="02040503050406030204" pitchFamily="18" charset="0"/>
                        <a:ea typeface="Cambria Math" panose="02040503050406030204" pitchFamily="18" charset="0"/>
                      </a:rPr>
                      <m:t>0</m:t>
                    </m:r>
                  </m:oMath>
                </a14:m>
                <a:r>
                  <a:rPr lang="vi-VN" dirty="0"/>
                  <a:t>.71 (71</a:t>
                </a:r>
                <a14:m>
                  <m:oMath xmlns:m="http://schemas.openxmlformats.org/officeDocument/2006/math">
                    <m:r>
                      <a:rPr lang="vi-VN" b="0" i="1" smtClean="0">
                        <a:latin typeface="Cambria Math" panose="02040503050406030204" pitchFamily="18" charset="0"/>
                        <a:ea typeface="Cambria Math" panose="02040503050406030204" pitchFamily="18" charset="0"/>
                      </a:rPr>
                      <m:t> %)</m:t>
                    </m:r>
                  </m:oMath>
                </a14:m>
                <a:endParaRPr lang="en-US" dirty="0"/>
              </a:p>
            </p:txBody>
          </p:sp>
        </mc:Choice>
        <mc:Fallback xmlns="">
          <p:sp>
            <p:nvSpPr>
              <p:cNvPr id="18" name="TextBox 17">
                <a:extLst>
                  <a:ext uri="{FF2B5EF4-FFF2-40B4-BE49-F238E27FC236}">
                    <a16:creationId xmlns:a16="http://schemas.microsoft.com/office/drawing/2014/main" id="{F03D87CF-21F0-A905-36BB-75B2A5051A6C}"/>
                  </a:ext>
                </a:extLst>
              </p:cNvPr>
              <p:cNvSpPr txBox="1">
                <a:spLocks noRot="1" noChangeAspect="1" noMove="1" noResize="1" noEditPoints="1" noAdjustHandles="1" noChangeArrowheads="1" noChangeShapeType="1" noTextEdit="1"/>
              </p:cNvSpPr>
              <p:nvPr/>
            </p:nvSpPr>
            <p:spPr>
              <a:xfrm>
                <a:off x="6443819" y="4976436"/>
                <a:ext cx="3095399" cy="398892"/>
              </a:xfrm>
              <a:prstGeom prst="rect">
                <a:avLst/>
              </a:prstGeom>
              <a:blipFill>
                <a:blip r:embed="rId5"/>
                <a:stretch>
                  <a:fillRect l="-2756" t="-4545" r="-2756" b="-19697"/>
                </a:stretch>
              </a:blipFill>
            </p:spPr>
            <p:txBody>
              <a:bodyPr/>
              <a:lstStyle/>
              <a:p>
                <a:r>
                  <a:rPr lang="en-US">
                    <a:noFill/>
                  </a:rPr>
                  <a:t> </a:t>
                </a:r>
              </a:p>
            </p:txBody>
          </p:sp>
        </mc:Fallback>
      </mc:AlternateContent>
    </p:spTree>
    <p:extLst>
      <p:ext uri="{BB962C8B-B14F-4D97-AF65-F5344CB8AC3E}">
        <p14:creationId xmlns:p14="http://schemas.microsoft.com/office/powerpoint/2010/main" val="32454780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4AA2E9-7FB0-6E08-864F-7A99E6B01AB3}"/>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41477123-44D5-EDFE-1229-5F7B1E72BC43}"/>
              </a:ext>
            </a:extLst>
          </p:cNvPr>
          <p:cNvSpPr txBox="1"/>
          <p:nvPr/>
        </p:nvSpPr>
        <p:spPr>
          <a:xfrm>
            <a:off x="294968" y="110301"/>
            <a:ext cx="6096000" cy="461665"/>
          </a:xfrm>
          <a:prstGeom prst="rect">
            <a:avLst/>
          </a:prstGeom>
          <a:noFill/>
        </p:spPr>
        <p:txBody>
          <a:bodyPr wrap="square">
            <a:spAutoFit/>
          </a:bodyPr>
          <a:lstStyle/>
          <a:p>
            <a:r>
              <a:rPr lang="en-US" sz="2400" b="1" i="0" u="none" strike="noStrike" dirty="0" err="1">
                <a:solidFill>
                  <a:schemeClr val="bg1"/>
                </a:solidFill>
                <a:effectLst/>
                <a:latin typeface="Arial" panose="020B0604020202020204" pitchFamily="34" charset="0"/>
              </a:rPr>
              <a:t>Đánh</a:t>
            </a:r>
            <a:r>
              <a:rPr lang="en-US" sz="2400" b="1" i="0" u="none" strike="noStrike" dirty="0">
                <a:solidFill>
                  <a:schemeClr val="bg1"/>
                </a:solidFill>
                <a:effectLst/>
                <a:latin typeface="Arial" panose="020B0604020202020204" pitchFamily="34" charset="0"/>
              </a:rPr>
              <a:t> </a:t>
            </a:r>
            <a:r>
              <a:rPr lang="en-US" sz="2400" b="1" i="0" u="none" strike="noStrike" dirty="0" err="1">
                <a:solidFill>
                  <a:schemeClr val="bg1"/>
                </a:solidFill>
                <a:effectLst/>
                <a:latin typeface="Arial" panose="020B0604020202020204" pitchFamily="34" charset="0"/>
              </a:rPr>
              <a:t>giá</a:t>
            </a:r>
            <a:r>
              <a:rPr lang="en-US" sz="2400" b="1" i="0" u="none" strike="noStrike" dirty="0">
                <a:solidFill>
                  <a:schemeClr val="bg1"/>
                </a:solidFill>
                <a:effectLst/>
                <a:latin typeface="Arial" panose="020B0604020202020204" pitchFamily="34" charset="0"/>
              </a:rPr>
              <a:t> </a:t>
            </a:r>
            <a:r>
              <a:rPr lang="en-US" sz="2400" b="1" i="0" u="none" strike="noStrike" dirty="0" err="1">
                <a:solidFill>
                  <a:schemeClr val="bg1"/>
                </a:solidFill>
                <a:effectLst/>
                <a:latin typeface="Arial" panose="020B0604020202020204" pitchFamily="34" charset="0"/>
              </a:rPr>
              <a:t>mô</a:t>
            </a:r>
            <a:r>
              <a:rPr lang="en-US" sz="2400" b="1" i="0" u="none" strike="noStrike" dirty="0">
                <a:solidFill>
                  <a:schemeClr val="bg1"/>
                </a:solidFill>
                <a:effectLst/>
                <a:latin typeface="Arial" panose="020B0604020202020204" pitchFamily="34" charset="0"/>
              </a:rPr>
              <a:t> </a:t>
            </a:r>
            <a:r>
              <a:rPr lang="en-US" sz="2400" b="1" i="0" u="none" strike="noStrike" dirty="0" err="1">
                <a:solidFill>
                  <a:schemeClr val="bg1"/>
                </a:solidFill>
                <a:effectLst/>
                <a:latin typeface="Arial" panose="020B0604020202020204" pitchFamily="34" charset="0"/>
              </a:rPr>
              <a:t>hình</a:t>
            </a:r>
            <a:endParaRPr lang="en-US" sz="2400" dirty="0">
              <a:solidFill>
                <a:schemeClr val="bg1"/>
              </a:solidFill>
            </a:endParaRPr>
          </a:p>
        </p:txBody>
      </p:sp>
      <p:sp>
        <p:nvSpPr>
          <p:cNvPr id="4" name="TextBox 3">
            <a:extLst>
              <a:ext uri="{FF2B5EF4-FFF2-40B4-BE49-F238E27FC236}">
                <a16:creationId xmlns:a16="http://schemas.microsoft.com/office/drawing/2014/main" id="{E0565094-C3BB-701C-951A-72200A18209F}"/>
              </a:ext>
            </a:extLst>
          </p:cNvPr>
          <p:cNvSpPr txBox="1"/>
          <p:nvPr/>
        </p:nvSpPr>
        <p:spPr>
          <a:xfrm>
            <a:off x="373626" y="965708"/>
            <a:ext cx="6096000" cy="400110"/>
          </a:xfrm>
          <a:prstGeom prst="rect">
            <a:avLst/>
          </a:prstGeom>
          <a:noFill/>
        </p:spPr>
        <p:txBody>
          <a:bodyPr wrap="square">
            <a:spAutoFit/>
          </a:bodyPr>
          <a:lstStyle/>
          <a:p>
            <a:pPr marL="228600" indent="-228600" rtl="0">
              <a:spcBef>
                <a:spcPts val="1800"/>
              </a:spcBef>
              <a:spcAft>
                <a:spcPts val="600"/>
              </a:spcAft>
            </a:pPr>
            <a:r>
              <a:rPr lang="en-US" sz="2000" i="0" u="none" strike="noStrike" dirty="0" err="1">
                <a:solidFill>
                  <a:srgbClr val="000000"/>
                </a:solidFill>
                <a:effectLst/>
                <a:latin typeface="Arial" panose="020B0604020202020204" pitchFamily="34" charset="0"/>
              </a:rPr>
              <a:t>Các</a:t>
            </a:r>
            <a:r>
              <a:rPr lang="en-US" sz="2000" i="0" u="none" strike="noStrike" dirty="0">
                <a:solidFill>
                  <a:srgbClr val="000000"/>
                </a:solidFill>
                <a:effectLst/>
                <a:latin typeface="Arial" panose="020B0604020202020204" pitchFamily="34" charset="0"/>
              </a:rPr>
              <a:t> </a:t>
            </a:r>
            <a:r>
              <a:rPr lang="en-US" sz="2000" i="0" u="none" strike="noStrike" dirty="0" err="1">
                <a:solidFill>
                  <a:srgbClr val="000000"/>
                </a:solidFill>
                <a:effectLst/>
                <a:latin typeface="Arial" panose="020B0604020202020204" pitchFamily="34" charset="0"/>
              </a:rPr>
              <a:t>biểu</a:t>
            </a:r>
            <a:r>
              <a:rPr lang="en-US" sz="2000" i="0" u="none" strike="noStrike" dirty="0">
                <a:solidFill>
                  <a:srgbClr val="000000"/>
                </a:solidFill>
                <a:effectLst/>
                <a:latin typeface="Arial" panose="020B0604020202020204" pitchFamily="34" charset="0"/>
              </a:rPr>
              <a:t> </a:t>
            </a:r>
            <a:r>
              <a:rPr lang="en-US" sz="2000" i="0" u="none" strike="noStrike" dirty="0" err="1">
                <a:solidFill>
                  <a:srgbClr val="000000"/>
                </a:solidFill>
                <a:effectLst/>
                <a:latin typeface="Arial" panose="020B0604020202020204" pitchFamily="34" charset="0"/>
              </a:rPr>
              <a:t>đồ</a:t>
            </a:r>
            <a:r>
              <a:rPr lang="en-US" sz="2000" i="0" u="none" strike="noStrike" dirty="0">
                <a:solidFill>
                  <a:srgbClr val="000000"/>
                </a:solidFill>
                <a:effectLst/>
                <a:latin typeface="Arial" panose="020B0604020202020204" pitchFamily="34" charset="0"/>
              </a:rPr>
              <a:t> </a:t>
            </a:r>
            <a:r>
              <a:rPr lang="en-US" sz="2000" i="0" u="none" strike="noStrike" dirty="0" err="1">
                <a:solidFill>
                  <a:srgbClr val="000000"/>
                </a:solidFill>
                <a:effectLst/>
                <a:latin typeface="Arial" panose="020B0604020202020204" pitchFamily="34" charset="0"/>
              </a:rPr>
              <a:t>đánh</a:t>
            </a:r>
            <a:r>
              <a:rPr lang="en-US" sz="2000" i="0" u="none" strike="noStrike" dirty="0">
                <a:solidFill>
                  <a:srgbClr val="000000"/>
                </a:solidFill>
                <a:effectLst/>
                <a:latin typeface="Arial" panose="020B0604020202020204" pitchFamily="34" charset="0"/>
              </a:rPr>
              <a:t> </a:t>
            </a:r>
            <a:r>
              <a:rPr lang="en-US" sz="2000" i="0" u="none" strike="noStrike" dirty="0" err="1">
                <a:solidFill>
                  <a:srgbClr val="000000"/>
                </a:solidFill>
                <a:effectLst/>
                <a:latin typeface="Arial" panose="020B0604020202020204" pitchFamily="34" charset="0"/>
              </a:rPr>
              <a:t>giá</a:t>
            </a:r>
            <a:r>
              <a:rPr lang="en-US" sz="2000" i="0" u="none" strike="noStrike" dirty="0">
                <a:solidFill>
                  <a:srgbClr val="000000"/>
                </a:solidFill>
                <a:effectLst/>
                <a:latin typeface="Arial" panose="020B0604020202020204" pitchFamily="34" charset="0"/>
              </a:rPr>
              <a:t> </a:t>
            </a:r>
            <a:r>
              <a:rPr lang="en-US" sz="2000" i="0" u="none" strike="noStrike" dirty="0" err="1">
                <a:solidFill>
                  <a:srgbClr val="000000"/>
                </a:solidFill>
                <a:effectLst/>
                <a:latin typeface="Arial" panose="020B0604020202020204" pitchFamily="34" charset="0"/>
              </a:rPr>
              <a:t>mô</a:t>
            </a:r>
            <a:r>
              <a:rPr lang="en-US" sz="2000" i="0" u="none" strike="noStrike" dirty="0">
                <a:solidFill>
                  <a:srgbClr val="000000"/>
                </a:solidFill>
                <a:effectLst/>
                <a:latin typeface="Arial" panose="020B0604020202020204" pitchFamily="34" charset="0"/>
              </a:rPr>
              <a:t> </a:t>
            </a:r>
            <a:r>
              <a:rPr lang="en-US" sz="2000" i="0" u="none" strike="noStrike" dirty="0" err="1">
                <a:solidFill>
                  <a:srgbClr val="000000"/>
                </a:solidFill>
                <a:effectLst/>
                <a:latin typeface="Arial" panose="020B0604020202020204" pitchFamily="34" charset="0"/>
              </a:rPr>
              <a:t>hình</a:t>
            </a:r>
            <a:r>
              <a:rPr lang="en-US" sz="2000" i="0" u="none" strike="noStrike" dirty="0">
                <a:solidFill>
                  <a:srgbClr val="000000"/>
                </a:solidFill>
                <a:effectLst/>
                <a:latin typeface="Arial" panose="020B0604020202020204" pitchFamily="34" charset="0"/>
              </a:rPr>
              <a:t> (</a:t>
            </a:r>
            <a:r>
              <a:rPr lang="en-US" sz="2000" i="0" u="none" strike="noStrike" dirty="0" err="1">
                <a:solidFill>
                  <a:srgbClr val="000000"/>
                </a:solidFill>
                <a:effectLst/>
                <a:latin typeface="Arial" panose="020B0604020202020204" pitchFamily="34" charset="0"/>
              </a:rPr>
              <a:t>với</a:t>
            </a:r>
            <a:r>
              <a:rPr lang="en-US" sz="2000" i="0" u="none" strike="noStrike" dirty="0">
                <a:solidFill>
                  <a:srgbClr val="000000"/>
                </a:solidFill>
                <a:effectLst/>
                <a:latin typeface="Arial" panose="020B0604020202020204" pitchFamily="34" charset="0"/>
              </a:rPr>
              <a:t> k =55)</a:t>
            </a:r>
            <a:endParaRPr lang="en-US" sz="2000" dirty="0">
              <a:effectLst/>
            </a:endParaRPr>
          </a:p>
        </p:txBody>
      </p:sp>
      <p:pic>
        <p:nvPicPr>
          <p:cNvPr id="6148" name="Picture 4">
            <a:extLst>
              <a:ext uri="{FF2B5EF4-FFF2-40B4-BE49-F238E27FC236}">
                <a16:creationId xmlns:a16="http://schemas.microsoft.com/office/drawing/2014/main" id="{DD781054-CBCA-B702-7F24-F6D86459D7C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48705" y="2738019"/>
            <a:ext cx="2952750" cy="2314575"/>
          </a:xfrm>
          <a:prstGeom prst="rect">
            <a:avLst/>
          </a:prstGeom>
          <a:noFill/>
          <a:extLst>
            <a:ext uri="{909E8E84-426E-40DD-AFC4-6F175D3DCCD1}">
              <a14:hiddenFill xmlns:a14="http://schemas.microsoft.com/office/drawing/2010/main">
                <a:solidFill>
                  <a:srgbClr val="FFFFFF"/>
                </a:solidFill>
              </a14:hiddenFill>
            </a:ext>
          </a:extLst>
        </p:spPr>
      </p:pic>
      <p:pic>
        <p:nvPicPr>
          <p:cNvPr id="6150" name="Picture 6">
            <a:extLst>
              <a:ext uri="{FF2B5EF4-FFF2-40B4-BE49-F238E27FC236}">
                <a16:creationId xmlns:a16="http://schemas.microsoft.com/office/drawing/2014/main" id="{BB2FD678-8C9C-EB24-DB1A-FFC9DC17CA7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0501" y="2738019"/>
            <a:ext cx="3062442" cy="2374141"/>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678F5B6D-F7B2-2682-B383-D3B97643E182}"/>
              </a:ext>
            </a:extLst>
          </p:cNvPr>
          <p:cNvPicPr>
            <a:picLocks noChangeAspect="1"/>
          </p:cNvPicPr>
          <p:nvPr/>
        </p:nvPicPr>
        <p:blipFill>
          <a:blip r:embed="rId4"/>
          <a:stretch>
            <a:fillRect/>
          </a:stretch>
        </p:blipFill>
        <p:spPr>
          <a:xfrm>
            <a:off x="8176971" y="2728165"/>
            <a:ext cx="3099910" cy="2383995"/>
          </a:xfrm>
          <a:prstGeom prst="rect">
            <a:avLst/>
          </a:prstGeom>
        </p:spPr>
      </p:pic>
    </p:spTree>
    <p:extLst>
      <p:ext uri="{BB962C8B-B14F-4D97-AF65-F5344CB8AC3E}">
        <p14:creationId xmlns:p14="http://schemas.microsoft.com/office/powerpoint/2010/main" val="9394726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1742CC-2630-8EEF-287A-683B0C11341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E095D65-ED21-BA10-77C0-C227891E8668}"/>
              </a:ext>
            </a:extLst>
          </p:cNvPr>
          <p:cNvSpPr txBox="1"/>
          <p:nvPr/>
        </p:nvSpPr>
        <p:spPr>
          <a:xfrm>
            <a:off x="294968" y="110301"/>
            <a:ext cx="6096000" cy="461665"/>
          </a:xfrm>
          <a:prstGeom prst="rect">
            <a:avLst/>
          </a:prstGeom>
          <a:noFill/>
        </p:spPr>
        <p:txBody>
          <a:bodyPr wrap="square">
            <a:spAutoFit/>
          </a:bodyPr>
          <a:lstStyle/>
          <a:p>
            <a:r>
              <a:rPr lang="en-US" sz="2400" b="1" i="0" u="none" strike="noStrike" dirty="0" err="1">
                <a:solidFill>
                  <a:schemeClr val="bg1"/>
                </a:solidFill>
                <a:effectLst/>
                <a:latin typeface="Arial" panose="020B0604020202020204" pitchFamily="34" charset="0"/>
              </a:rPr>
              <a:t>Đánh</a:t>
            </a:r>
            <a:r>
              <a:rPr lang="en-US" sz="2400" b="1" i="0" u="none" strike="noStrike" dirty="0">
                <a:solidFill>
                  <a:schemeClr val="bg1"/>
                </a:solidFill>
                <a:effectLst/>
                <a:latin typeface="Arial" panose="020B0604020202020204" pitchFamily="34" charset="0"/>
              </a:rPr>
              <a:t> </a:t>
            </a:r>
            <a:r>
              <a:rPr lang="en-US" sz="2400" b="1" i="0" u="none" strike="noStrike" dirty="0" err="1">
                <a:solidFill>
                  <a:schemeClr val="bg1"/>
                </a:solidFill>
                <a:effectLst/>
                <a:latin typeface="Arial" panose="020B0604020202020204" pitchFamily="34" charset="0"/>
              </a:rPr>
              <a:t>giá</a:t>
            </a:r>
            <a:r>
              <a:rPr lang="en-US" sz="2400" b="1" i="0" u="none" strike="noStrike" dirty="0">
                <a:solidFill>
                  <a:schemeClr val="bg1"/>
                </a:solidFill>
                <a:effectLst/>
                <a:latin typeface="Arial" panose="020B0604020202020204" pitchFamily="34" charset="0"/>
              </a:rPr>
              <a:t> </a:t>
            </a:r>
            <a:r>
              <a:rPr lang="en-US" sz="2400" b="1" i="0" u="none" strike="noStrike" dirty="0" err="1">
                <a:solidFill>
                  <a:schemeClr val="bg1"/>
                </a:solidFill>
                <a:effectLst/>
                <a:latin typeface="Arial" panose="020B0604020202020204" pitchFamily="34" charset="0"/>
              </a:rPr>
              <a:t>mô</a:t>
            </a:r>
            <a:r>
              <a:rPr lang="en-US" sz="2400" b="1" i="0" u="none" strike="noStrike" dirty="0">
                <a:solidFill>
                  <a:schemeClr val="bg1"/>
                </a:solidFill>
                <a:effectLst/>
                <a:latin typeface="Arial" panose="020B0604020202020204" pitchFamily="34" charset="0"/>
              </a:rPr>
              <a:t> </a:t>
            </a:r>
            <a:r>
              <a:rPr lang="en-US" sz="2400" b="1" i="0" u="none" strike="noStrike" dirty="0" err="1">
                <a:solidFill>
                  <a:schemeClr val="bg1"/>
                </a:solidFill>
                <a:effectLst/>
                <a:latin typeface="Arial" panose="020B0604020202020204" pitchFamily="34" charset="0"/>
              </a:rPr>
              <a:t>hình</a:t>
            </a:r>
            <a:endParaRPr lang="en-US" sz="2400" dirty="0">
              <a:solidFill>
                <a:schemeClr val="bg1"/>
              </a:solidFill>
            </a:endParaRPr>
          </a:p>
        </p:txBody>
      </p:sp>
      <p:sp>
        <p:nvSpPr>
          <p:cNvPr id="4" name="TextBox 3">
            <a:extLst>
              <a:ext uri="{FF2B5EF4-FFF2-40B4-BE49-F238E27FC236}">
                <a16:creationId xmlns:a16="http://schemas.microsoft.com/office/drawing/2014/main" id="{DB582835-6A1E-341B-F843-F6B53D7F0950}"/>
              </a:ext>
            </a:extLst>
          </p:cNvPr>
          <p:cNvSpPr txBox="1"/>
          <p:nvPr/>
        </p:nvSpPr>
        <p:spPr>
          <a:xfrm>
            <a:off x="373626" y="965708"/>
            <a:ext cx="6096000" cy="400110"/>
          </a:xfrm>
          <a:prstGeom prst="rect">
            <a:avLst/>
          </a:prstGeom>
          <a:noFill/>
        </p:spPr>
        <p:txBody>
          <a:bodyPr wrap="square">
            <a:spAutoFit/>
          </a:bodyPr>
          <a:lstStyle/>
          <a:p>
            <a:pPr marL="228600" indent="-228600" rtl="0">
              <a:spcBef>
                <a:spcPts val="1800"/>
              </a:spcBef>
              <a:spcAft>
                <a:spcPts val="600"/>
              </a:spcAft>
            </a:pPr>
            <a:r>
              <a:rPr lang="en-US" sz="2000" i="0" u="none" strike="noStrike" dirty="0" err="1">
                <a:solidFill>
                  <a:srgbClr val="000000"/>
                </a:solidFill>
                <a:effectLst/>
                <a:latin typeface="Arial" panose="020B0604020202020204" pitchFamily="34" charset="0"/>
              </a:rPr>
              <a:t>Các</a:t>
            </a:r>
            <a:r>
              <a:rPr lang="en-US" sz="2000" i="0" u="none" strike="noStrike" dirty="0">
                <a:solidFill>
                  <a:srgbClr val="000000"/>
                </a:solidFill>
                <a:effectLst/>
                <a:latin typeface="Arial" panose="020B0604020202020204" pitchFamily="34" charset="0"/>
              </a:rPr>
              <a:t> </a:t>
            </a:r>
            <a:r>
              <a:rPr lang="en-US" sz="2000" i="0" u="none" strike="noStrike" dirty="0" err="1">
                <a:solidFill>
                  <a:srgbClr val="000000"/>
                </a:solidFill>
                <a:effectLst/>
                <a:latin typeface="Arial" panose="020B0604020202020204" pitchFamily="34" charset="0"/>
              </a:rPr>
              <a:t>biểu</a:t>
            </a:r>
            <a:r>
              <a:rPr lang="en-US" sz="2000" i="0" u="none" strike="noStrike" dirty="0">
                <a:solidFill>
                  <a:srgbClr val="000000"/>
                </a:solidFill>
                <a:effectLst/>
                <a:latin typeface="Arial" panose="020B0604020202020204" pitchFamily="34" charset="0"/>
              </a:rPr>
              <a:t> </a:t>
            </a:r>
            <a:r>
              <a:rPr lang="en-US" sz="2000" i="0" u="none" strike="noStrike" dirty="0" err="1">
                <a:solidFill>
                  <a:srgbClr val="000000"/>
                </a:solidFill>
                <a:effectLst/>
                <a:latin typeface="Arial" panose="020B0604020202020204" pitchFamily="34" charset="0"/>
              </a:rPr>
              <a:t>đồ</a:t>
            </a:r>
            <a:r>
              <a:rPr lang="en-US" sz="2000" i="0" u="none" strike="noStrike" dirty="0">
                <a:solidFill>
                  <a:srgbClr val="000000"/>
                </a:solidFill>
                <a:effectLst/>
                <a:latin typeface="Arial" panose="020B0604020202020204" pitchFamily="34" charset="0"/>
              </a:rPr>
              <a:t> </a:t>
            </a:r>
            <a:r>
              <a:rPr lang="en-US" sz="2000" i="0" u="none" strike="noStrike" dirty="0" err="1">
                <a:solidFill>
                  <a:srgbClr val="000000"/>
                </a:solidFill>
                <a:effectLst/>
                <a:latin typeface="Arial" panose="020B0604020202020204" pitchFamily="34" charset="0"/>
              </a:rPr>
              <a:t>đánh</a:t>
            </a:r>
            <a:r>
              <a:rPr lang="en-US" sz="2000" i="0" u="none" strike="noStrike" dirty="0">
                <a:solidFill>
                  <a:srgbClr val="000000"/>
                </a:solidFill>
                <a:effectLst/>
                <a:latin typeface="Arial" panose="020B0604020202020204" pitchFamily="34" charset="0"/>
              </a:rPr>
              <a:t> </a:t>
            </a:r>
            <a:r>
              <a:rPr lang="en-US" sz="2000" i="0" u="none" strike="noStrike" dirty="0" err="1">
                <a:solidFill>
                  <a:srgbClr val="000000"/>
                </a:solidFill>
                <a:effectLst/>
                <a:latin typeface="Arial" panose="020B0604020202020204" pitchFamily="34" charset="0"/>
              </a:rPr>
              <a:t>giá</a:t>
            </a:r>
            <a:r>
              <a:rPr lang="en-US" sz="2000" i="0" u="none" strike="noStrike" dirty="0">
                <a:solidFill>
                  <a:srgbClr val="000000"/>
                </a:solidFill>
                <a:effectLst/>
                <a:latin typeface="Arial" panose="020B0604020202020204" pitchFamily="34" charset="0"/>
              </a:rPr>
              <a:t> </a:t>
            </a:r>
            <a:r>
              <a:rPr lang="en-US" sz="2000" i="0" u="none" strike="noStrike" dirty="0" err="1">
                <a:solidFill>
                  <a:srgbClr val="000000"/>
                </a:solidFill>
                <a:effectLst/>
                <a:latin typeface="Arial" panose="020B0604020202020204" pitchFamily="34" charset="0"/>
              </a:rPr>
              <a:t>mô</a:t>
            </a:r>
            <a:r>
              <a:rPr lang="en-US" sz="2000" i="0" u="none" strike="noStrike" dirty="0">
                <a:solidFill>
                  <a:srgbClr val="000000"/>
                </a:solidFill>
                <a:effectLst/>
                <a:latin typeface="Arial" panose="020B0604020202020204" pitchFamily="34" charset="0"/>
              </a:rPr>
              <a:t> </a:t>
            </a:r>
            <a:r>
              <a:rPr lang="en-US" sz="2000" i="0" u="none" strike="noStrike" dirty="0" err="1">
                <a:solidFill>
                  <a:srgbClr val="000000"/>
                </a:solidFill>
                <a:effectLst/>
                <a:latin typeface="Arial" panose="020B0604020202020204" pitchFamily="34" charset="0"/>
              </a:rPr>
              <a:t>hình</a:t>
            </a:r>
            <a:r>
              <a:rPr lang="en-US" sz="2000" i="0" u="none" strike="noStrike" dirty="0">
                <a:solidFill>
                  <a:srgbClr val="000000"/>
                </a:solidFill>
                <a:effectLst/>
                <a:latin typeface="Arial" panose="020B0604020202020204" pitchFamily="34" charset="0"/>
              </a:rPr>
              <a:t> (</a:t>
            </a:r>
            <a:r>
              <a:rPr lang="en-US" sz="2000" i="0" u="none" strike="noStrike" dirty="0" err="1">
                <a:solidFill>
                  <a:srgbClr val="000000"/>
                </a:solidFill>
                <a:effectLst/>
                <a:latin typeface="Arial" panose="020B0604020202020204" pitchFamily="34" charset="0"/>
              </a:rPr>
              <a:t>với</a:t>
            </a:r>
            <a:r>
              <a:rPr lang="en-US" sz="2000" i="0" u="none" strike="noStrike" dirty="0">
                <a:solidFill>
                  <a:srgbClr val="000000"/>
                </a:solidFill>
                <a:effectLst/>
                <a:latin typeface="Arial" panose="020B0604020202020204" pitchFamily="34" charset="0"/>
              </a:rPr>
              <a:t> k =55)</a:t>
            </a:r>
            <a:endParaRPr lang="en-US" sz="2000" dirty="0">
              <a:effectLst/>
            </a:endParaRPr>
          </a:p>
        </p:txBody>
      </p:sp>
      <p:pic>
        <p:nvPicPr>
          <p:cNvPr id="6" name="Picture 5">
            <a:extLst>
              <a:ext uri="{FF2B5EF4-FFF2-40B4-BE49-F238E27FC236}">
                <a16:creationId xmlns:a16="http://schemas.microsoft.com/office/drawing/2014/main" id="{795A4816-892F-5F78-87E6-A7DE9F4B037D}"/>
              </a:ext>
            </a:extLst>
          </p:cNvPr>
          <p:cNvPicPr>
            <a:picLocks noChangeAspect="1"/>
          </p:cNvPicPr>
          <p:nvPr/>
        </p:nvPicPr>
        <p:blipFill>
          <a:blip r:embed="rId2"/>
          <a:stretch>
            <a:fillRect/>
          </a:stretch>
        </p:blipFill>
        <p:spPr>
          <a:xfrm>
            <a:off x="2597826" y="1480724"/>
            <a:ext cx="2868254" cy="2271950"/>
          </a:xfrm>
          <a:prstGeom prst="rect">
            <a:avLst/>
          </a:prstGeom>
        </p:spPr>
      </p:pic>
      <p:pic>
        <p:nvPicPr>
          <p:cNvPr id="8" name="Picture 7">
            <a:extLst>
              <a:ext uri="{FF2B5EF4-FFF2-40B4-BE49-F238E27FC236}">
                <a16:creationId xmlns:a16="http://schemas.microsoft.com/office/drawing/2014/main" id="{8182E586-0D54-D5DA-08ED-AFEA0AAC2B2C}"/>
              </a:ext>
            </a:extLst>
          </p:cNvPr>
          <p:cNvPicPr>
            <a:picLocks noChangeAspect="1"/>
          </p:cNvPicPr>
          <p:nvPr/>
        </p:nvPicPr>
        <p:blipFill>
          <a:blip r:embed="rId3"/>
          <a:stretch>
            <a:fillRect/>
          </a:stretch>
        </p:blipFill>
        <p:spPr>
          <a:xfrm>
            <a:off x="6841205" y="1412799"/>
            <a:ext cx="2993675" cy="2351925"/>
          </a:xfrm>
          <a:prstGeom prst="rect">
            <a:avLst/>
          </a:prstGeom>
        </p:spPr>
      </p:pic>
      <p:pic>
        <p:nvPicPr>
          <p:cNvPr id="10" name="Picture 9">
            <a:extLst>
              <a:ext uri="{FF2B5EF4-FFF2-40B4-BE49-F238E27FC236}">
                <a16:creationId xmlns:a16="http://schemas.microsoft.com/office/drawing/2014/main" id="{D1895DA8-CE55-6D62-B4CA-7A95BD26CC3A}"/>
              </a:ext>
            </a:extLst>
          </p:cNvPr>
          <p:cNvPicPr>
            <a:picLocks noChangeAspect="1"/>
          </p:cNvPicPr>
          <p:nvPr/>
        </p:nvPicPr>
        <p:blipFill>
          <a:blip r:embed="rId4"/>
          <a:stretch>
            <a:fillRect/>
          </a:stretch>
        </p:blipFill>
        <p:spPr>
          <a:xfrm>
            <a:off x="2597826" y="3907275"/>
            <a:ext cx="3005432" cy="2351925"/>
          </a:xfrm>
          <a:prstGeom prst="rect">
            <a:avLst/>
          </a:prstGeom>
        </p:spPr>
      </p:pic>
      <p:pic>
        <p:nvPicPr>
          <p:cNvPr id="12" name="Picture 11">
            <a:extLst>
              <a:ext uri="{FF2B5EF4-FFF2-40B4-BE49-F238E27FC236}">
                <a16:creationId xmlns:a16="http://schemas.microsoft.com/office/drawing/2014/main" id="{6BC4D5B3-5D27-E552-F5F9-9CF4807B8EEA}"/>
              </a:ext>
            </a:extLst>
          </p:cNvPr>
          <p:cNvPicPr>
            <a:picLocks noChangeAspect="1"/>
          </p:cNvPicPr>
          <p:nvPr/>
        </p:nvPicPr>
        <p:blipFill>
          <a:blip r:embed="rId5"/>
          <a:stretch>
            <a:fillRect/>
          </a:stretch>
        </p:blipFill>
        <p:spPr>
          <a:xfrm>
            <a:off x="6914404" y="3894787"/>
            <a:ext cx="3005432" cy="2364413"/>
          </a:xfrm>
          <a:prstGeom prst="rect">
            <a:avLst/>
          </a:prstGeom>
        </p:spPr>
      </p:pic>
    </p:spTree>
    <p:extLst>
      <p:ext uri="{BB962C8B-B14F-4D97-AF65-F5344CB8AC3E}">
        <p14:creationId xmlns:p14="http://schemas.microsoft.com/office/powerpoint/2010/main" val="7107869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4" name="TextShape 1"/>
          <p:cNvSpPr txBox="1"/>
          <p:nvPr/>
        </p:nvSpPr>
        <p:spPr>
          <a:xfrm>
            <a:off x="338760" y="112680"/>
            <a:ext cx="11514240" cy="435600"/>
          </a:xfrm>
          <a:prstGeom prst="rect">
            <a:avLst/>
          </a:prstGeom>
          <a:noFill/>
          <a:ln>
            <a:noFill/>
          </a:ln>
        </p:spPr>
        <p:txBody>
          <a:bodyPr lIns="90000" tIns="45000" rIns="90000" bIns="45000">
            <a:noAutofit/>
          </a:bodyPr>
          <a:lstStyle/>
          <a:p>
            <a:r>
              <a:rPr lang="en-US" sz="2400" b="1" spc="-1">
                <a:solidFill>
                  <a:schemeClr val="bg1"/>
                </a:solidFill>
                <a:latin typeface="+mj-lt"/>
              </a:rPr>
              <a:t>Demo giao diện</a:t>
            </a:r>
            <a:endParaRPr lang="en-US" sz="2400" b="1" strike="noStrike" spc="-1" dirty="0">
              <a:solidFill>
                <a:schemeClr val="bg1"/>
              </a:solidFill>
              <a:latin typeface="+mj-lt"/>
            </a:endParaRPr>
          </a:p>
        </p:txBody>
      </p:sp>
      <p:pic>
        <p:nvPicPr>
          <p:cNvPr id="6" name="Picture 5">
            <a:extLst>
              <a:ext uri="{FF2B5EF4-FFF2-40B4-BE49-F238E27FC236}">
                <a16:creationId xmlns:a16="http://schemas.microsoft.com/office/drawing/2014/main" id="{D8162607-1A97-4B61-C91D-80780E7FD084}"/>
              </a:ext>
            </a:extLst>
          </p:cNvPr>
          <p:cNvPicPr>
            <a:picLocks noChangeAspect="1"/>
          </p:cNvPicPr>
          <p:nvPr/>
        </p:nvPicPr>
        <p:blipFill>
          <a:blip r:embed="rId2"/>
          <a:srcRect t="7652"/>
          <a:stretch/>
        </p:blipFill>
        <p:spPr>
          <a:xfrm>
            <a:off x="2662996" y="1271740"/>
            <a:ext cx="8711284" cy="4774833"/>
          </a:xfrm>
          <a:prstGeom prst="rect">
            <a:avLst/>
          </a:prstGeom>
        </p:spPr>
      </p:pic>
      <p:sp>
        <p:nvSpPr>
          <p:cNvPr id="7" name="TextBox 6">
            <a:extLst>
              <a:ext uri="{FF2B5EF4-FFF2-40B4-BE49-F238E27FC236}">
                <a16:creationId xmlns:a16="http://schemas.microsoft.com/office/drawing/2014/main" id="{21B8FF2F-8959-E13A-2DC0-EDDE8B3A6C61}"/>
              </a:ext>
            </a:extLst>
          </p:cNvPr>
          <p:cNvSpPr txBox="1"/>
          <p:nvPr/>
        </p:nvSpPr>
        <p:spPr>
          <a:xfrm>
            <a:off x="338760" y="725344"/>
            <a:ext cx="6679878" cy="369332"/>
          </a:xfrm>
          <a:prstGeom prst="rect">
            <a:avLst/>
          </a:prstGeom>
          <a:noFill/>
        </p:spPr>
        <p:txBody>
          <a:bodyPr wrap="square" rtlCol="0">
            <a:spAutoFit/>
          </a:bodyPr>
          <a:lstStyle/>
          <a:p>
            <a:r>
              <a:rPr lang="en-US" b="1">
                <a:solidFill>
                  <a:schemeClr val="bg1"/>
                </a:solidFill>
              </a:rPr>
              <a:t>Xây dựng giao diện đơn giản tích hợp mô hình</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84BC11-ADD2-FB94-0885-CD8D1C0F6936}"/>
            </a:ext>
          </a:extLst>
        </p:cNvPr>
        <p:cNvGrpSpPr/>
        <p:nvPr/>
      </p:nvGrpSpPr>
      <p:grpSpPr>
        <a:xfrm>
          <a:off x="0" y="0"/>
          <a:ext cx="0" cy="0"/>
          <a:chOff x="0" y="0"/>
          <a:chExt cx="0" cy="0"/>
        </a:xfrm>
      </p:grpSpPr>
      <p:sp>
        <p:nvSpPr>
          <p:cNvPr id="314" name="TextShape 1">
            <a:extLst>
              <a:ext uri="{FF2B5EF4-FFF2-40B4-BE49-F238E27FC236}">
                <a16:creationId xmlns:a16="http://schemas.microsoft.com/office/drawing/2014/main" id="{4B087FD0-7529-05D7-23C3-B166B3C167E0}"/>
              </a:ext>
            </a:extLst>
          </p:cNvPr>
          <p:cNvSpPr txBox="1"/>
          <p:nvPr/>
        </p:nvSpPr>
        <p:spPr>
          <a:xfrm>
            <a:off x="338760" y="112680"/>
            <a:ext cx="11514240" cy="435600"/>
          </a:xfrm>
          <a:prstGeom prst="rect">
            <a:avLst/>
          </a:prstGeom>
          <a:noFill/>
          <a:ln>
            <a:noFill/>
          </a:ln>
        </p:spPr>
        <p:txBody>
          <a:bodyPr lIns="90000" tIns="45000" rIns="90000" bIns="45000">
            <a:noAutofit/>
          </a:bodyPr>
          <a:lstStyle/>
          <a:p>
            <a:r>
              <a:rPr lang="vi-VN" sz="2400" b="1" strike="noStrike" spc="-1" dirty="0">
                <a:solidFill>
                  <a:schemeClr val="bg1"/>
                </a:solidFill>
                <a:latin typeface="+mj-lt"/>
              </a:rPr>
              <a:t>Kết luận</a:t>
            </a:r>
            <a:endParaRPr lang="en-US" sz="2400" b="1" strike="noStrike" spc="-1" dirty="0">
              <a:solidFill>
                <a:schemeClr val="bg1"/>
              </a:solidFill>
              <a:latin typeface="+mj-lt"/>
            </a:endParaRPr>
          </a:p>
        </p:txBody>
      </p:sp>
      <p:sp>
        <p:nvSpPr>
          <p:cNvPr id="3" name="TextBox 2">
            <a:extLst>
              <a:ext uri="{FF2B5EF4-FFF2-40B4-BE49-F238E27FC236}">
                <a16:creationId xmlns:a16="http://schemas.microsoft.com/office/drawing/2014/main" id="{6116A3B3-C40F-EAE4-1CCD-FE5CADB5712D}"/>
              </a:ext>
            </a:extLst>
          </p:cNvPr>
          <p:cNvSpPr txBox="1"/>
          <p:nvPr/>
        </p:nvSpPr>
        <p:spPr>
          <a:xfrm>
            <a:off x="771897" y="1989606"/>
            <a:ext cx="10393408" cy="1477328"/>
          </a:xfrm>
          <a:prstGeom prst="rect">
            <a:avLst/>
          </a:prstGeom>
          <a:noFill/>
        </p:spPr>
        <p:txBody>
          <a:bodyPr wrap="square">
            <a:spAutoFit/>
          </a:bodyPr>
          <a:lstStyle/>
          <a:p>
            <a:r>
              <a:rPr lang="vi-VN" sz="1800" dirty="0">
                <a:solidFill>
                  <a:srgbClr val="000000"/>
                </a:solidFill>
                <a:effectLst/>
                <a:latin typeface="Arial" panose="020B0604020202020204" pitchFamily="34" charset="0"/>
              </a:rPr>
              <a:t>Mô hình dự báo mưa sử dụng thuật toán K-Nearest Neighbors (KNN) đã cho kết quả khả quan với độ chính </a:t>
            </a:r>
            <a:r>
              <a:rPr lang="vi-VN" sz="1800">
                <a:solidFill>
                  <a:srgbClr val="000000"/>
                </a:solidFill>
                <a:effectLst/>
                <a:latin typeface="Arial" panose="020B0604020202020204" pitchFamily="34" charset="0"/>
              </a:rPr>
              <a:t>xác khoảng</a:t>
            </a:r>
            <a:r>
              <a:rPr lang="en-US" sz="1800">
                <a:solidFill>
                  <a:srgbClr val="000000"/>
                </a:solidFill>
                <a:effectLst/>
                <a:latin typeface="Arial" panose="020B0604020202020204" pitchFamily="34" charset="0"/>
              </a:rPr>
              <a:t> gần</a:t>
            </a:r>
            <a:r>
              <a:rPr lang="vi-VN" sz="1800">
                <a:solidFill>
                  <a:srgbClr val="000000"/>
                </a:solidFill>
                <a:effectLst/>
                <a:latin typeface="Arial" panose="020B0604020202020204" pitchFamily="34" charset="0"/>
              </a:rPr>
              <a:t> </a:t>
            </a:r>
            <a:r>
              <a:rPr lang="en-US" b="1">
                <a:solidFill>
                  <a:srgbClr val="000000"/>
                </a:solidFill>
                <a:latin typeface="Arial" panose="020B0604020202020204" pitchFamily="34" charset="0"/>
              </a:rPr>
              <a:t>70</a:t>
            </a:r>
            <a:r>
              <a:rPr lang="vi-VN" sz="1800" b="1">
                <a:solidFill>
                  <a:srgbClr val="000000"/>
                </a:solidFill>
                <a:effectLst/>
                <a:latin typeface="Arial" panose="020B0604020202020204" pitchFamily="34" charset="0"/>
              </a:rPr>
              <a:t>%</a:t>
            </a:r>
            <a:r>
              <a:rPr lang="vi-VN" sz="1800">
                <a:solidFill>
                  <a:srgbClr val="000000"/>
                </a:solidFill>
                <a:effectLst/>
                <a:latin typeface="Arial" panose="020B0604020202020204" pitchFamily="34" charset="0"/>
              </a:rPr>
              <a:t> </a:t>
            </a:r>
            <a:r>
              <a:rPr lang="vi-VN" sz="1800" dirty="0">
                <a:solidFill>
                  <a:srgbClr val="000000"/>
                </a:solidFill>
                <a:effectLst/>
                <a:latin typeface="Arial" panose="020B0604020202020204" pitchFamily="34" charset="0"/>
              </a:rPr>
              <a:t>khi giá trị k tối ưu là 55. </a:t>
            </a:r>
          </a:p>
          <a:p>
            <a:endParaRPr lang="vi-VN" sz="1800" dirty="0">
              <a:solidFill>
                <a:srgbClr val="000000"/>
              </a:solidFill>
              <a:effectLst/>
              <a:latin typeface="Arial" panose="020B0604020202020204" pitchFamily="34" charset="0"/>
            </a:endParaRPr>
          </a:p>
          <a:p>
            <a:r>
              <a:rPr lang="vi-VN" sz="1800" dirty="0">
                <a:solidFill>
                  <a:srgbClr val="000000"/>
                </a:solidFill>
                <a:effectLst/>
                <a:latin typeface="Arial" panose="020B0604020202020204" pitchFamily="34" charset="0"/>
              </a:rPr>
              <a:t>KNN là một thuật toán đơn giản, dễ triển khai và không yêu cầu quá trình huấn luyện phức tạp, rất phù hợp với các tập dữ liệu nhỏ và vừa như trong nghiên cứu này.</a:t>
            </a:r>
            <a:endParaRPr lang="en-US" sz="2400" b="1" dirty="0">
              <a:solidFill>
                <a:schemeClr val="bg1"/>
              </a:solidFill>
            </a:endParaRPr>
          </a:p>
        </p:txBody>
      </p:sp>
    </p:spTree>
    <p:extLst>
      <p:ext uri="{BB962C8B-B14F-4D97-AF65-F5344CB8AC3E}">
        <p14:creationId xmlns:p14="http://schemas.microsoft.com/office/powerpoint/2010/main" val="20704987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1" name="CustomShape 1"/>
          <p:cNvSpPr/>
          <p:nvPr/>
        </p:nvSpPr>
        <p:spPr>
          <a:xfrm>
            <a:off x="5797590" y="1950988"/>
            <a:ext cx="5136480" cy="2835195"/>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90000"/>
              </a:lnSpc>
            </a:pPr>
            <a:r>
              <a:rPr lang="en-US" sz="6000" b="1" strike="noStrike" spc="-1">
                <a:solidFill>
                  <a:srgbClr val="C00000"/>
                </a:solidFill>
                <a:latin typeface="Lato"/>
                <a:ea typeface="Lato"/>
              </a:rPr>
              <a:t>THANK YOU FOR LISTENING !</a:t>
            </a:r>
            <a:endParaRPr lang="en-US" sz="6000" b="0" strike="noStrike" spc="-1">
              <a:latin typeface="Arial"/>
            </a:endParaRPr>
          </a:p>
        </p:txBody>
      </p:sp>
      <p:pic>
        <p:nvPicPr>
          <p:cNvPr id="3" name="Picture 2">
            <a:extLst>
              <a:ext uri="{FF2B5EF4-FFF2-40B4-BE49-F238E27FC236}">
                <a16:creationId xmlns:a16="http://schemas.microsoft.com/office/drawing/2014/main" id="{39DEF660-8EBA-01C5-B4D4-3C466615C9C4}"/>
              </a:ext>
            </a:extLst>
          </p:cNvPr>
          <p:cNvPicPr>
            <a:picLocks noChangeAspect="1"/>
          </p:cNvPicPr>
          <p:nvPr/>
        </p:nvPicPr>
        <p:blipFill>
          <a:blip r:embed="rId2"/>
          <a:stretch>
            <a:fillRect/>
          </a:stretch>
        </p:blipFill>
        <p:spPr>
          <a:xfrm>
            <a:off x="4462932" y="6056657"/>
            <a:ext cx="3165306" cy="801343"/>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18225D1F1D0724D9E04F5C251CD41A6" ma:contentTypeVersion="13" ma:contentTypeDescription="Create a new document." ma:contentTypeScope="" ma:versionID="ab9bcfeba1d6c36962444e114a4298df">
  <xsd:schema xmlns:xsd="http://www.w3.org/2001/XMLSchema" xmlns:xs="http://www.w3.org/2001/XMLSchema" xmlns:p="http://schemas.microsoft.com/office/2006/metadata/properties" xmlns:ns3="ac18dfee-f0d7-4e76-a2aa-4d68fa0050cd" xmlns:ns4="fbec31ab-02d4-4389-a326-a424822b5a44" targetNamespace="http://schemas.microsoft.com/office/2006/metadata/properties" ma:root="true" ma:fieldsID="b5a641b54786a38296a00a27ec815e19" ns3:_="" ns4:_="">
    <xsd:import namespace="ac18dfee-f0d7-4e76-a2aa-4d68fa0050cd"/>
    <xsd:import namespace="fbec31ab-02d4-4389-a326-a424822b5a44"/>
    <xsd:element name="properties">
      <xsd:complexType>
        <xsd:sequence>
          <xsd:element name="documentManagement">
            <xsd:complexType>
              <xsd:all>
                <xsd:element ref="ns3:MediaServiceMetadata" minOccurs="0"/>
                <xsd:element ref="ns3:MediaServiceFastMetadata" minOccurs="0"/>
                <xsd:element ref="ns3:_activity" minOccurs="0"/>
                <xsd:element ref="ns3:MediaServiceObjectDetectorVersions" minOccurs="0"/>
                <xsd:element ref="ns4:SharedWithUsers" minOccurs="0"/>
                <xsd:element ref="ns4:SharedWithDetails" minOccurs="0"/>
                <xsd:element ref="ns4:SharingHintHash" minOccurs="0"/>
                <xsd:element ref="ns3:MediaServiceSystemTags" minOccurs="0"/>
                <xsd:element ref="ns3:MediaServiceOCR" minOccurs="0"/>
                <xsd:element ref="ns3:MediaServiceGenerationTime" minOccurs="0"/>
                <xsd:element ref="ns3:MediaServiceEventHashCode" minOccurs="0"/>
                <xsd:element ref="ns3:MediaServiceSearchProperties" minOccurs="0"/>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c18dfee-f0d7-4e76-a2aa-4d68fa0050c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_activity" ma:index="10" nillable="true" ma:displayName="_activity" ma:hidden="true" ma:internalName="_activity">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SystemTags" ma:index="15" nillable="true" ma:displayName="MediaServiceSystemTags" ma:hidden="true" ma:internalName="MediaServiceSystemTags" ma:readOnly="true">
      <xsd:simpleType>
        <xsd:restriction base="dms:Note"/>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element name="MediaServiceDateTaken" ma:index="20" nillable="true" ma:displayName="MediaServiceDateTaken" ma:hidden="true" ma:indexed="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bec31ab-02d4-4389-a326-a424822b5a4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SharingHintHash" ma:index="14"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ac18dfee-f0d7-4e76-a2aa-4d68fa0050cd" xsi:nil="true"/>
  </documentManagement>
</p:properties>
</file>

<file path=customXml/itemProps1.xml><?xml version="1.0" encoding="utf-8"?>
<ds:datastoreItem xmlns:ds="http://schemas.openxmlformats.org/officeDocument/2006/customXml" ds:itemID="{67AF379F-5A48-48C9-A96A-8094F07E3FC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c18dfee-f0d7-4e76-a2aa-4d68fa0050cd"/>
    <ds:schemaRef ds:uri="fbec31ab-02d4-4389-a326-a424822b5a4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52F9C3A-EE69-48A8-856A-D8C6EF531E93}">
  <ds:schemaRefs>
    <ds:schemaRef ds:uri="http://schemas.microsoft.com/sharepoint/v3/contenttype/forms"/>
  </ds:schemaRefs>
</ds:datastoreItem>
</file>

<file path=customXml/itemProps3.xml><?xml version="1.0" encoding="utf-8"?>
<ds:datastoreItem xmlns:ds="http://schemas.openxmlformats.org/officeDocument/2006/customXml" ds:itemID="{079F7968-E08C-467B-A320-BB51EB2225BF}">
  <ds:schemaRefs>
    <ds:schemaRef ds:uri="http://schemas.microsoft.com/office/2006/metadata/properties"/>
    <ds:schemaRef ds:uri="http://purl.org/dc/dcmitype/"/>
    <ds:schemaRef ds:uri="http://schemas.microsoft.com/office/2006/documentManagement/types"/>
    <ds:schemaRef ds:uri="http://purl.org/dc/elements/1.1/"/>
    <ds:schemaRef ds:uri="fbec31ab-02d4-4389-a326-a424822b5a44"/>
    <ds:schemaRef ds:uri="http://schemas.openxmlformats.org/package/2006/metadata/core-properties"/>
    <ds:schemaRef ds:uri="http://www.w3.org/XML/1998/namespace"/>
    <ds:schemaRef ds:uri="http://schemas.microsoft.com/office/infopath/2007/PartnerControls"/>
    <ds:schemaRef ds:uri="ac18dfee-f0d7-4e76-a2aa-4d68fa0050cd"/>
    <ds:schemaRef ds:uri="http://purl.org/dc/terms/"/>
  </ds:schemaRefs>
</ds:datastoreItem>
</file>

<file path=docProps/app.xml><?xml version="1.0" encoding="utf-8"?>
<Properties xmlns="http://schemas.openxmlformats.org/officeDocument/2006/extended-properties" xmlns:vt="http://schemas.openxmlformats.org/officeDocument/2006/docPropsVTypes">
  <Template/>
  <TotalTime>324</TotalTime>
  <Words>1229</Words>
  <Application>Microsoft Office PowerPoint</Application>
  <PresentationFormat>Widescreen</PresentationFormat>
  <Paragraphs>106</Paragraphs>
  <Slides>17</Slides>
  <Notes>1</Notes>
  <HiddenSlides>0</HiddenSlides>
  <MMClips>0</MMClips>
  <ScaleCrop>false</ScaleCrop>
  <HeadingPairs>
    <vt:vector size="6" baseType="variant">
      <vt:variant>
        <vt:lpstr>Fonts Used</vt:lpstr>
      </vt:variant>
      <vt:variant>
        <vt:i4>10</vt:i4>
      </vt:variant>
      <vt:variant>
        <vt:lpstr>Theme</vt:lpstr>
      </vt:variant>
      <vt:variant>
        <vt:i4>5</vt:i4>
      </vt:variant>
      <vt:variant>
        <vt:lpstr>Slide Titles</vt:lpstr>
      </vt:variant>
      <vt:variant>
        <vt:i4>17</vt:i4>
      </vt:variant>
    </vt:vector>
  </HeadingPairs>
  <TitlesOfParts>
    <vt:vector size="32" baseType="lpstr">
      <vt:lpstr>Arial</vt:lpstr>
      <vt:lpstr>Calibri</vt:lpstr>
      <vt:lpstr>Cambria Math</vt:lpstr>
      <vt:lpstr>Lato</vt:lpstr>
      <vt:lpstr>Roboto Mono</vt:lpstr>
      <vt:lpstr>Segoe UI Variable Small Semibol</vt:lpstr>
      <vt:lpstr>Sora</vt:lpstr>
      <vt:lpstr>Symbol</vt:lpstr>
      <vt:lpstr>Times New Roman</vt:lpstr>
      <vt:lpstr>Wingdings</vt:lpstr>
      <vt:lpstr>Office Theme</vt:lpstr>
      <vt:lpstr>Office Theme</vt:lpstr>
      <vt:lpstr>Office Theme</vt:lpstr>
      <vt:lpstr>Office Theme</vt:lpstr>
      <vt:lpstr>Office Theme</vt:lpstr>
      <vt:lpstr>PowerPoint Presentation</vt:lpstr>
      <vt:lpstr>Nội dung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Phong TT &amp; QTTH</dc:creator>
  <dc:description/>
  <cp:lastModifiedBy>Nguyen Viet Anh 20215307</cp:lastModifiedBy>
  <cp:revision>6</cp:revision>
  <dcterms:created xsi:type="dcterms:W3CDTF">2020-12-31T09:57:48Z</dcterms:created>
  <dcterms:modified xsi:type="dcterms:W3CDTF">2024-12-28T05:16:57Z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ntentTypeId">
    <vt:lpwstr>0x010100318225D1F1D0724D9E04F5C251CD41A6</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Notes">
    <vt:i4>0</vt:i4>
  </property>
  <property fmtid="{D5CDD505-2E9C-101B-9397-08002B2CF9AE}" pid="8" name="PresentationFormat">
    <vt:lpwstr>Widescreen</vt:lpwstr>
  </property>
  <property fmtid="{D5CDD505-2E9C-101B-9397-08002B2CF9AE}" pid="9" name="ScaleCrop">
    <vt:bool>false</vt:bool>
  </property>
  <property fmtid="{D5CDD505-2E9C-101B-9397-08002B2CF9AE}" pid="10" name="ShareDoc">
    <vt:bool>false</vt:bool>
  </property>
  <property fmtid="{D5CDD505-2E9C-101B-9397-08002B2CF9AE}" pid="11" name="Slides">
    <vt:i4>9</vt:i4>
  </property>
</Properties>
</file>